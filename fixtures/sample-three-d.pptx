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ont"/>
          <p:cNvSpPr/>
          <p:nvPr/>
        </p:nvSpPr>
        <p:spPr>
          <a:xfrm>
            <a:off x="762000" y="857250"/>
            <a:ext cx="2286000" cy="1428750"/>
          </a:xfrm>
          <a:prstGeom prst="rect">
            <a:avLst/>
          </a:prstGeom>
          <a:solidFill>
            <a:srgbClr val="4472C4"/>
          </a:solidFill>
          <a:scene3d>
            <a:camera prst="orthographicFront" fov="2700000" zoom="100000">
              <a:rot lat="0" lon="0" rev="0"/>
            </a:camera>
            <a:lightRig rig="threePt" dir="tl"/>
          </a:scene3d>
          <a:sp3d extrusionH="476250" prstMaterial="metal">
            <a:extrusionClr>
              <a:srgbClr val="3478C4"/>
            </a:extrusionClr>
          </a:sp3d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Front</a:t>
            </a:r>
          </a:p>
        </p:txBody>
      </p:sp>
      <p:sp>
        <p:nvSpPr>
          <p:cNvPr id="102" name="XYZ rotation"/>
          <p:cNvSpPr/>
          <p:nvPr/>
        </p:nvSpPr>
        <p:spPr>
          <a:xfrm>
            <a:off x="4572000" y="857250"/>
            <a:ext cx="2286000" cy="1428750"/>
          </a:xfrm>
          <a:prstGeom prst="rect">
            <a:avLst/>
          </a:prstGeom>
          <a:solidFill>
            <a:srgbClr val="4472C4"/>
          </a:solidFill>
          <a:scene3d>
            <a:camera prst="orthographicFront" fov="2700000" zoom="100000">
              <a:rot lat="1500000" lon="2400000" rev="600000"/>
            </a:camera>
            <a:lightRig rig="threePt" dir="tl"/>
          </a:scene3d>
          <a:sp3d extrusionH="476250" prstMaterial="metal">
            <a:extrusionClr>
              <a:srgbClr val="3478C4"/>
            </a:extrusionClr>
          </a:sp3d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XYZ rotation</a:t>
            </a:r>
          </a:p>
        </p:txBody>
      </p:sp>
      <p:sp>
        <p:nvSpPr>
          <p:cNvPr id="103" name="Perspective"/>
          <p:cNvSpPr/>
          <p:nvPr/>
        </p:nvSpPr>
        <p:spPr>
          <a:xfrm>
            <a:off x="8382000" y="857250"/>
            <a:ext cx="2286000" cy="1428750"/>
          </a:xfrm>
          <a:prstGeom prst="rect">
            <a:avLst/>
          </a:prstGeom>
          <a:solidFill>
            <a:srgbClr val="4472C4">
              <a:alpha val="50000"/>
            </a:srgbClr>
          </a:solidFill>
          <a:scene3d>
            <a:camera prst="perspectiveFront" fov="2700000" zoom="100000">
              <a:rot lat="1800000" lon="19500000" rev="0"/>
            </a:camera>
            <a:lightRig rig="threePt" dir="tl"/>
          </a:scene3d>
          <a:sp3d extrusionH="476250" prstMaterial="metal">
            <a:extrusionClr>
              <a:srgbClr val="3478C4"/>
            </a:extrusionClr>
          </a:sp3d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Perspective</a:t>
            </a:r>
          </a:p>
        </p:txBody>
      </p:sp>
      <p:sp>
        <p:nvSpPr>
          <p:cNvPr id="104" name="Back face"/>
          <p:cNvSpPr/>
          <p:nvPr/>
        </p:nvSpPr>
        <p:spPr>
          <a:xfrm>
            <a:off x="762000" y="4000500"/>
            <a:ext cx="2286000" cy="1428750"/>
          </a:xfrm>
          <a:prstGeom prst="rect">
            <a:avLst/>
          </a:prstGeom>
          <a:solidFill>
            <a:srgbClr val="4472C4"/>
          </a:solidFill>
          <a:scene3d>
            <a:camera prst="orthographicFront" fov="2700000" zoom="100000">
              <a:rot lat="0" lon="9600000" rev="0"/>
            </a:camera>
            <a:lightRig rig="threePt" dir="tl"/>
          </a:scene3d>
          <a:sp3d extrusionH="476250" prstMaterial="metal">
            <a:extrusionClr>
              <a:srgbClr val="3478C4"/>
            </a:extrusionClr>
          </a:sp3d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Back face</a:t>
            </a:r>
          </a:p>
        </p:txBody>
      </p:sp>
      <p:sp>
        <p:nvSpPr>
          <p:cNvPr id="105" name="Curved bevel"/>
          <p:cNvSpPr/>
          <p:nvPr/>
        </p:nvSpPr>
        <p:spPr>
          <a:xfrm>
            <a:off x="4572000" y="4000500"/>
            <a:ext cx="2286000" cy="1428750"/>
          </a:xfrm>
          <a:prstGeom prst="ellipse">
            <a:avLst/>
          </a:prstGeom>
          <a:solidFill>
            <a:srgbClr val="4472C4"/>
          </a:solidFill>
          <a:scene3d>
            <a:camera prst="perspectiveFront" fov="2700000" zoom="100000">
              <a:rot lat="1500000" lon="2400000" rev="0"/>
            </a:camera>
            <a:lightRig rig="threePt" dir="tl"/>
          </a:scene3d>
          <a:sp3d extrusionH="476250" prstMaterial="metal">
            <a:bevelT w="76200" h="57150"/>
            <a:extrusionClr>
              <a:srgbClr val="3478C4"/>
            </a:extrusionClr>
          </a:sp3d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Curved bevel</a:t>
            </a:r>
          </a:p>
        </p:txBody>
      </p:sp>
      <p:sp>
        <p:nvSpPr>
          <p:cNvPr id="106" name="Hole"/>
          <p:cNvSpPr/>
          <p:nvPr/>
        </p:nvSpPr>
        <p:spPr>
          <a:xfrm>
            <a:off x="8382000" y="4000500"/>
            <a:ext cx="2286000" cy="1428750"/>
          </a:xfrm>
          <a:custGeom>
            <a:avLst/>
            <a:gdLst/>
            <a:ahLst/>
            <a:cxnLst/>
            <a:rect l="0" t="0" r="r" b="b"/>
            <a:pathLst>
              <a:path w="240" h="150">
                <a:moveTo>
                  <a:pt x="0" y="0"/>
                </a:moveTo>
                <a:lnTo>
                  <a:pt x="240" y="0"/>
                </a:lnTo>
                <a:lnTo>
                  <a:pt x="240" y="150"/>
                </a:lnTo>
                <a:lnTo>
                  <a:pt x="0" y="150"/>
                </a:lnTo>
                <a:close/>
                <a:moveTo>
                  <a:pt x="70" y="35"/>
                </a:moveTo>
                <a:lnTo>
                  <a:pt x="70" y="115"/>
                </a:lnTo>
                <a:lnTo>
                  <a:pt x="170" y="115"/>
                </a:lnTo>
                <a:lnTo>
                  <a:pt x="170" y="35"/>
                </a:lnTo>
                <a:close/>
              </a:path>
            </a:pathLst>
          </a:custGeom>
          <a:solidFill>
            <a:srgbClr val="4472C4"/>
          </a:solidFill>
          <a:scene3d>
            <a:camera prst="perspectiveFront" fov="2700000" zoom="100000">
              <a:rot lat="1500000" lon="2100000" rev="0"/>
            </a:camera>
            <a:lightRig rig="threePt" dir="tl"/>
          </a:scene3d>
          <a:sp3d extrusionH="476250" prstMaterial="metal">
            <a:extrusionClr>
              <a:srgbClr val="3478C4"/>
            </a:extrusionClr>
          </a:sp3d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e-dimensional mesh">
  <a:themeElements>
    <a:clrScheme name="Three-dimensional mesh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Three-dimensional mesh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hree-dimensional mes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