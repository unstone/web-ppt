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xlsx" ContentType="application/vnd.openxmlformats-officedocument.spreadsheetml.sheet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/Relationships>
</file>

<file path=ppt/charts/_rels/chart1.xml.rels><Relationships xmlns="http://schemas.openxmlformats.org/package/2006/relationships"><Relationship Id="rId1" Type="http://schemas.openxmlformats.org/officeDocument/2006/relationships/package" Target="../embeddings/hierarchy1.xlsx"/></Relationships>
</file>

<file path=ppt/charts/_rels/chart2.xml.rels><Relationships xmlns="http://schemas.openxmlformats.org/package/2006/relationships"><Relationship Id="rId1" Type="http://schemas.openxmlformats.org/officeDocument/2006/relationships/package" Target="../embeddings/hierarchy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季度营收对比（簇状柱）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Sheet1!C1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</c:spPr>
          <c:cat>
            <c:multiLvlStrRef>
              <c:f>Sheet1!$A$2:$B$6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Sheet1!C2:C6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4">
                  <c:v>40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Sheet1!D1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</c:spPr>
          <c:cat>
            <c:multiLvlStrRef>
              <c:f>Sheet1!$A$2:$B$6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Sheet1!D2:D6</c:f>
              <c:numCache>
                <c:formatCode>General</c:formatCode>
                <c:ptCount val="5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4">
                  <c:v>50</c:v>
                </c:pt>
              </c:numCache>
            </c:numRef>
          </c:val>
          <c:smooth val="0"/>
        </c:ser>
        <c:dLbls>
          <c:numFmt formatCode="#,##0" sourceLinked="0"/>
          <c:spPr>
            <a:noFill/>
          </c:spPr>
          <c:txPr>
            <a:bodyPr/>
            <a:lstStyle/>
            <a:p>
              <a:pPr>
                <a:defRPr sz="800"/>
              </a:pPr>
              <a:endParaRPr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0"/>
        <c:axId val="101"/>
        <c:axId val="102"/>
      </c:barChart>
      <c:catAx>
        <c:axId val="101"/>
        <c:scaling>
          <c:orientation val="minMax"/>
        </c:scaling>
        <c:delete val="0"/>
        <c:axPos val="b"/>
        <c:crossAx val="102"/>
        <c:crosses val="autoZero"/>
        <c:auto val="1"/>
        <c:lblAlgn val="ctr"/>
        <c:lblOffset val="100"/>
        <c:noMultiLvlLbl val="0"/>
      </c:catAx>
      <c:valAx>
        <c:axId val="102"/>
        <c:scaling>
          <c:orientation val="minMax"/>
        </c:scaling>
        <c:delete val="0"/>
        <c:axPos val="l"/>
        <c:majorGridlines/>
        <c:numFmt formatCode="#,##0" sourceLinked="0"/>
        <c:title>
          <c:tx>
            <c:rich>
              <a:bodyPr/>
              <a:lstStyle/>
              <a:p>
                <a:r>
                  <a:t>金额（万元）</a:t>
                </a:r>
              </a:p>
            </c:rich>
          </c:tx>
        </c:title>
        <c:crossAx val="101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季度营收对比（簇状柱）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Sheet1!C1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</c:spPr>
          <c:cat>
            <c:strRef>
              <c:f>Sheet1!B2:B6</c:f>
              <c:strCache>
                <c:ptCount val="5"/>
                <c:pt idx="0">
                  <c:v>A</c:v>
                </c:pt>
                <c:pt idx="1">
                  <c:v>A</c:v>
                </c:pt>
                <c:pt idx="2">
                  <c:v/>
                </c:pt>
                <c:pt idx="4">
                  <c:v>0</c:v>
                </c:pt>
              </c:strCache>
            </c:strRef>
          </c:cat>
          <c:val>
            <c:numRef>
              <c:f>Sheet1!C2:C6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4">
                  <c:v>40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Sheet1!D1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</c:spPr>
          <c:cat>
            <c:strRef>
              <c:f>Sheet1!B2:B6</c:f>
              <c:strCache>
                <c:ptCount val="5"/>
                <c:pt idx="0">
                  <c:v>A</c:v>
                </c:pt>
                <c:pt idx="1">
                  <c:v>A</c:v>
                </c:pt>
                <c:pt idx="2">
                  <c:v/>
                </c:pt>
                <c:pt idx="4">
                  <c:v>0</c:v>
                </c:pt>
              </c:strCache>
            </c:strRef>
          </c:cat>
          <c:val>
            <c:numRef>
              <c:f>Sheet1!D2:D6</c:f>
              <c:numCache>
                <c:formatCode>General</c:formatCode>
                <c:ptCount val="5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4">
                  <c:v>50</c:v>
                </c:pt>
              </c:numCache>
            </c:numRef>
          </c:val>
          <c:smooth val="0"/>
        </c:ser>
        <c:dLbls>
          <c:numFmt formatCode="#,##0" sourceLinked="0"/>
          <c:spPr>
            <a:noFill/>
          </c:spPr>
          <c:txPr>
            <a:bodyPr/>
            <a:lstStyle/>
            <a:p>
              <a:pPr>
                <a:defRPr sz="800"/>
              </a:pPr>
              <a:endParaRPr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0"/>
        <c:axId val="101"/>
        <c:axId val="102"/>
      </c:barChart>
      <c:catAx>
        <c:axId val="101"/>
        <c:scaling>
          <c:orientation val="minMax"/>
        </c:scaling>
        <c:delete val="0"/>
        <c:axPos val="b"/>
        <c:crossAx val="102"/>
        <c:crosses val="autoZero"/>
        <c:auto val="1"/>
        <c:lblAlgn val="ctr"/>
        <c:lblOffset val="100"/>
        <c:noMultiLvlLbl val="0"/>
      </c:catAx>
      <c:valAx>
        <c:axId val="102"/>
        <c:scaling>
          <c:orientation val="minMax"/>
        </c:scaling>
        <c:delete val="0"/>
        <c:axPos val="l"/>
        <c:majorGridlines/>
        <c:numFmt formatCode="#,##0" sourceLinked="0"/>
        <c:title>
          <c:tx>
            <c:rich>
              <a:bodyPr/>
              <a:lstStyle/>
              <a:p>
                <a:r>
                  <a:t>金额（万元）</a:t>
                </a:r>
              </a:p>
            </c:rich>
          </c:tx>
        </c:title>
        <c:crossAx val="101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  <c:externalData r:id="rId1">
    <c:autoUpdate val="0"/>
  </c:externalData>
</c:chartSpace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三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横向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Chart Hierarchy">
  <a:themeElements>
    <a:clrScheme name="Chart Hierarchy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Chart Hierarchy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Chart Hierarch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