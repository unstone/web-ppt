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525000" cy="5715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istory-first"/>
          <p:cNvSpPr/>
          <p:nvPr/>
        </p:nvSpPr>
        <p:spPr>
          <a:xfrm>
            <a:off x="857250" y="857250"/>
            <a:ext cx="1143000" cy="762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history-peer"/>
          <p:cNvSpPr/>
          <p:nvPr/>
        </p:nvSpPr>
        <p:spPr>
          <a:xfrm>
            <a:off x="2667000" y="857250"/>
            <a:ext cx="1143000" cy="762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history-second-page"/>
          <p:cNvSpPr/>
          <p:nvPr/>
        </p:nvSpPr>
        <p:spPr>
          <a:xfrm>
            <a:off x="1143000" y="1143000"/>
            <a:ext cx="13335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History">
  <a:themeElements>
    <a:clrScheme name="Editor Histor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Histor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Histo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