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Keep.xml" ContentType="application/vnd.openxmlformats-officedocument.drawingml.chart+xml"/>
  <Override PartName="/ppt/comments/commentKeep.xml" ContentType="application/vnd.openxmlformats-officedocument.presentationml.comments+xml"/>
  <Override PartName="/ppt/notesMasters/notesMasterKeep.xml" ContentType="application/vnd.openxmlformats-officedocument.presentationml.notesMaster+xml"/>
  <Override xmlns:fixture="urn:web-ppt:remove-slide" fixture:keep="TYPE-TAIL" PartName="/customXml/keep.xml" ContentType="application/x-web-ppt-keep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xmlns:fixture="urn:web-ppt:remove-slide" fixture:slot="1" id="801" r:id="rId31"/>
    <p:sldId xmlns:fixture="urn:web-ppt:remove-slide" fixture:slot="2" id="905" r:id="rId77"/>
    <p:sldId xmlns:fixture="urn:web-ppt:remove-slide" fixture:slot="3" id="1201" r:id="rId103"/>
    <p:sldId xmlns:fixture="urn:web-ppt:remove-slide" fixture:slot="4" id="4090" r:id="rId205"/>
  </p:sldIdLst>
  <p:sldSz cx="12192000" cy="6858000"/>
  <p:notesSz cx="6858000" cy="9144000"/>
  <p:extLst>
    <p:ext uri="{REMOVE-SLIDE-SECTIONS}">
      <p14:sectionLst xmlns:p14="http://schemas.microsoft.com/office/powerpoint/2010/main">
        <p14:section xmlns:fixture="urn:web-ppt:remove-slide" fixture:keep="SECTION-A" name="前两页" id="{11111111-1111-1111-1111-111111111111}">
          <p14:sldIdLst>
            <p14:sldId fixture:keep="MEMBER-A" id="801"/>
            <p14:sldId id="905"/>
          </p14:sldIdLst>
        </p14:section>
        <p14:section name="后两页" id="{22222222-2222-2222-2222-222222222222}">
          <p14:sldIdLst>
            <p14:sldId id="1201"/>
            <p14:sldId id="4090"/>
          </p14:sldIdLst>
        </p14:section>
      </p14:sectionLst>
      <fixture:keep xmlns:fixture="urn:web-ppt:remove-slide" value="presentation-tail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1" Type="http://schemas.openxmlformats.org/officeDocument/2006/relationships/slide" Target="slides/slide1.xml"/><Relationship Id="rId77" Type="http://schemas.openxmlformats.org/officeDocument/2006/relationships/slide" Target="slides/slide2.xml"/><Relationship Id="rId103" Type="http://schemas.openxmlformats.org/officeDocument/2006/relationships/slide" Target="slides/slide3.xml"/><Relationship Id="rId205" Type="http://schemas.openxmlformats.org/officeDocument/2006/relationships/slide" Target="slides/slide4.xml"/><Relationship Id="rId6" Type="http://schemas.openxmlformats.org/officeDocument/2006/relationships/theme" Target="theme/theme1.xml"/><Relationship Id="rId300" Type="urn:web-ppt:unknown" Target="../customXml/keep.xml"/></Relationships>
</file>

<file path=ppt/charts/chartKeep.xml><?xml version="1.0" encoding="utf-8"?>
<c:chartSpace xmlns:c="http://schemas.openxmlformats.org/drawingml/2006/chart">
  <c:chart/>
</c:chartSpace>
</file>

<file path=ppt/comments/commentKeep.xml><?xml version="1.0" encoding="utf-8"?>
<p:cmLst xmlns:p="http://schemas.openxmlformats.org/presentationml/2006/main">
  <p:cm authorId="42" idx="7">
    <p:pos x="100" y="200"/>
    <p:text>只保留不级联</p:text>
  </p:cm>
</p:cmLst>
</file>

<file path=ppt/notesMasters/notesMasterKeep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notesMaster>
</file>

<file path=ppt/notesSlides/_rels/notesSlide1.xml.rels><?xml version="1.0" encoding="UTF-8" standalone="yes"?>
<Relationships xmlns="http://schemas.openxmlformats.org/package/2006/relationships">
<Relationship Id="external-link" Type="http://schemas.openxmlformats.org/officeDocument/2006/relationships/hyperlink" Target="https://example.com/speaker-notes" TargetMode="External"/>
<Relationship Id="master-ref" Type="http://schemas.openxmlformats.org/officeDocument/2006/relationships/notesMaster" Target="../notesMasters/notesMasterKeep.xml"/>
<Relationship Id="slide-back" Type="http://schemas.openxmlformats.org/officeDocument/2006/relationships/slide" Target="../slides/slide1.xml"/>
<Relationship Id="unknown-ref" Type="urn:web-ppt:notes:unknown" Target="../../customXml/keep.xml"/>
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2" TargetMode="External"/><Relationship Id="rId2" Type="http://schemas.openxmlformats.org/officeDocument/2006/relationships/notesMaster" Target="../notesMasters/notesMasterKeep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3" TargetMode="Externa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4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正文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来源第一段</a:t>
            </a:r>
          </a:p>
          <a:p>
            <a:r>
              <a:rPr sz="1200"/>
              <a:t>来源第二段</a:t>
            </a:r>
          </a:p>
        </p:txBody>
      </p:sp>
      <p:sp>
        <p:nvSpPr>
          <p:cNvPr id="3" name="页脚"/>
          <p:cNvSpPr/>
          <p:nvPr>
            <p:ph type="ftr" idx="2"/>
          </p:nvPr>
        </p:nvSpPr>
        <p:spPr/>
        <p:txBody>
          <a:bodyPr/>
          <a:lstStyle/>
          <a:p>
            <a:r>
              <a:t>页脚不得进入备注正文</a:t>
            </a:r>
          </a:p>
        </p:txBody>
      </p:sp>
      <p:sp>
        <p:nvSpPr>
          <p:cNvPr id="4" name="页码"/>
          <p:cNvSpPr/>
          <p:nvPr>
            <p:ph type="sldNum" idx="3"/>
          </p:nvPr>
        </p:nvSpPr>
        <p:spPr/>
        <p:txBody>
          <a:bodyPr/>
          <a:lstStyle/>
          <a:p>
            <a:fld id="{NOTES-PAGE-FIELD}" type="slidenum">
              <a:t>1</a:t>
            </a:fld>
          </a:p>
        </p:txBody>
      </p:sp>
    </p:spTree>
  </p:cSld>
  <p:extLst>
    <p:ext uri="{WEB-PPT-NOTES-KEEP}">
      <fixture:keep xmlns:fixture="urn:web-ppt:notes" value="unknown-extension"/>
    </p:ext>
  </p:extLst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2 的独立备注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3 的独立备注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4 的独立备注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2.xml"/><Relationship Id="rId96" Type="http://schemas.openxmlformats.org/officeDocument/2006/relationships/comments" Target="../comments/commentKeep.xml"/><Relationship Id="rId97" Type="http://schemas.openxmlformats.org/officeDocument/2006/relationships/chart" Target="../charts/chartKeep.xml"/><Relationship Id="rId99" Type="urn:web-ppt:unknown" Target="../../customXml/keep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页面 1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 b="1"/>
              <a:t>可删除页面 1</a:t>
            </a:r>
          </a:p>
        </p:txBody>
      </p:sp>
      <p:sp>
        <p:nvSpPr>
          <p:cNvPr id="21" name="页码 1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1}" type="slidenum">
              <a:rPr sz="1200"/>
              <a:t>1</a:t>
            </a:fld>
          </a:p>
        </p:txBody>
      </p:sp>
      <p:sp>
        <p:nvSpPr>
          <p:cNvPr id="31" name="下一页 1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1" name="共享像素 1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面 2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3600" b="1"/>
              <a:t>可删除页面 2</a:t>
            </a:r>
          </a:p>
        </p:txBody>
      </p:sp>
      <p:sp>
        <p:nvSpPr>
          <p:cNvPr id="22" name="页码 2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2}" type="slidenum">
              <a:rPr sz="1200"/>
              <a:t>2</a:t>
            </a:fld>
          </a:p>
        </p:txBody>
      </p:sp>
      <p:sp>
        <p:nvSpPr>
          <p:cNvPr id="32" name="下一页 2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2" name="共享像素 2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面 3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3600" b="1"/>
              <a:t>可删除页面 3</a:t>
            </a:r>
          </a:p>
        </p:txBody>
      </p:sp>
      <p:sp>
        <p:nvSpPr>
          <p:cNvPr id="23" name="页码 3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3}" type="slidenum">
              <a:rPr sz="1200"/>
              <a:t>3</a:t>
            </a:fld>
          </a:p>
        </p:txBody>
      </p:sp>
      <p:sp>
        <p:nvSpPr>
          <p:cNvPr id="33" name="下一页 3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3" name="共享像素 3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面 4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3600" b="1"/>
              <a:t>可删除页面 4</a:t>
            </a:r>
          </a:p>
        </p:txBody>
      </p:sp>
      <p:sp>
        <p:nvSpPr>
          <p:cNvPr id="24" name="页码 4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4}" type="slidenum">
              <a:rPr sz="1200"/>
              <a:t>4</a:t>
            </a:fld>
          </a:p>
        </p:txBody>
      </p:sp>
      <p:sp>
        <p:nvSpPr>
          <p:cNvPr id="34" name="下一页 4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4" name="共享像素 4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move Slide Theme">
  <a:themeElements>
    <a:clrScheme name="Remove Slid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Remove Slid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emove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keep.xml><?xml version="1.0" encoding="utf-8"?>
<keep xmlns="urn:web-ppt:remove-slide">原位保留</keep>
</file>