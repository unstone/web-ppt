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性能形状 1"/>
          <p:cNvSpPr/>
          <p:nvPr/>
        </p:nvSpPr>
        <p:spPr>
          <a:xfrm>
            <a:off x="190500" y="1905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2" name="性能形状 2"/>
          <p:cNvSpPr/>
          <p:nvPr/>
        </p:nvSpPr>
        <p:spPr>
          <a:xfrm>
            <a:off x="1371600" y="1905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03" name="性能形状 3"/>
          <p:cNvSpPr/>
          <p:nvPr/>
        </p:nvSpPr>
        <p:spPr>
          <a:xfrm>
            <a:off x="2552700" y="190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04" name="性能形状 4"/>
          <p:cNvSpPr/>
          <p:nvPr/>
        </p:nvSpPr>
        <p:spPr>
          <a:xfrm>
            <a:off x="3733800" y="190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05" name="性能形状 5"/>
          <p:cNvSpPr/>
          <p:nvPr/>
        </p:nvSpPr>
        <p:spPr>
          <a:xfrm>
            <a:off x="4914900" y="1905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06" name="性能形状 6"/>
          <p:cNvSpPr/>
          <p:nvPr/>
        </p:nvSpPr>
        <p:spPr>
          <a:xfrm>
            <a:off x="6096000" y="1905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07" name="性能形状 7"/>
          <p:cNvSpPr/>
          <p:nvPr/>
        </p:nvSpPr>
        <p:spPr>
          <a:xfrm>
            <a:off x="7277100" y="1905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08" name="性能形状 8"/>
          <p:cNvSpPr/>
          <p:nvPr/>
        </p:nvSpPr>
        <p:spPr>
          <a:xfrm>
            <a:off x="8458200" y="1905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09" name="性能形状 9"/>
          <p:cNvSpPr/>
          <p:nvPr/>
        </p:nvSpPr>
        <p:spPr>
          <a:xfrm>
            <a:off x="9639300" y="190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10" name="性能形状 10"/>
          <p:cNvSpPr/>
          <p:nvPr/>
        </p:nvSpPr>
        <p:spPr>
          <a:xfrm>
            <a:off x="10820400" y="190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1" name="性能形状 11"/>
          <p:cNvSpPr/>
          <p:nvPr/>
        </p:nvSpPr>
        <p:spPr>
          <a:xfrm>
            <a:off x="190500" y="12573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2" name="性能形状 12"/>
          <p:cNvSpPr/>
          <p:nvPr/>
        </p:nvSpPr>
        <p:spPr>
          <a:xfrm>
            <a:off x="1371600" y="12573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3" name="性能形状 13"/>
          <p:cNvSpPr/>
          <p:nvPr/>
        </p:nvSpPr>
        <p:spPr>
          <a:xfrm>
            <a:off x="2552700" y="12573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14" name="性能形状 14"/>
          <p:cNvSpPr/>
          <p:nvPr/>
        </p:nvSpPr>
        <p:spPr>
          <a:xfrm>
            <a:off x="3733800" y="12573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15" name="性能形状 15"/>
          <p:cNvSpPr/>
          <p:nvPr/>
        </p:nvSpPr>
        <p:spPr>
          <a:xfrm>
            <a:off x="4914900" y="12573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16" name="性能形状 16"/>
          <p:cNvSpPr/>
          <p:nvPr/>
        </p:nvSpPr>
        <p:spPr>
          <a:xfrm>
            <a:off x="6096000" y="12573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17" name="性能形状 17"/>
          <p:cNvSpPr/>
          <p:nvPr/>
        </p:nvSpPr>
        <p:spPr>
          <a:xfrm>
            <a:off x="7277100" y="12573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18" name="性能形状 18"/>
          <p:cNvSpPr/>
          <p:nvPr/>
        </p:nvSpPr>
        <p:spPr>
          <a:xfrm>
            <a:off x="8458200" y="12573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19" name="性能形状 19"/>
          <p:cNvSpPr/>
          <p:nvPr/>
        </p:nvSpPr>
        <p:spPr>
          <a:xfrm>
            <a:off x="9639300" y="12573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20" name="性能形状 20"/>
          <p:cNvSpPr/>
          <p:nvPr/>
        </p:nvSpPr>
        <p:spPr>
          <a:xfrm>
            <a:off x="10820400" y="12573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21" name="性能形状 21"/>
          <p:cNvSpPr/>
          <p:nvPr/>
        </p:nvSpPr>
        <p:spPr>
          <a:xfrm>
            <a:off x="190500" y="23241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22" name="性能形状 22"/>
          <p:cNvSpPr/>
          <p:nvPr/>
        </p:nvSpPr>
        <p:spPr>
          <a:xfrm>
            <a:off x="1371600" y="23241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3" name="性能形状 23"/>
          <p:cNvSpPr/>
          <p:nvPr/>
        </p:nvSpPr>
        <p:spPr>
          <a:xfrm>
            <a:off x="2552700" y="23241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24" name="性能形状 24"/>
          <p:cNvSpPr/>
          <p:nvPr/>
        </p:nvSpPr>
        <p:spPr>
          <a:xfrm>
            <a:off x="3733800" y="23241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25" name="性能形状 25"/>
          <p:cNvSpPr/>
          <p:nvPr/>
        </p:nvSpPr>
        <p:spPr>
          <a:xfrm>
            <a:off x="4914900" y="23241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26" name="性能形状 26"/>
          <p:cNvSpPr/>
          <p:nvPr/>
        </p:nvSpPr>
        <p:spPr>
          <a:xfrm>
            <a:off x="6096000" y="23241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27" name="性能形状 27"/>
          <p:cNvSpPr/>
          <p:nvPr/>
        </p:nvSpPr>
        <p:spPr>
          <a:xfrm>
            <a:off x="7277100" y="23241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28" name="性能形状 28"/>
          <p:cNvSpPr/>
          <p:nvPr/>
        </p:nvSpPr>
        <p:spPr>
          <a:xfrm>
            <a:off x="8458200" y="23241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29" name="性能形状 29"/>
          <p:cNvSpPr/>
          <p:nvPr/>
        </p:nvSpPr>
        <p:spPr>
          <a:xfrm>
            <a:off x="9639300" y="23241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0" name="性能形状 30"/>
          <p:cNvSpPr/>
          <p:nvPr/>
        </p:nvSpPr>
        <p:spPr>
          <a:xfrm>
            <a:off x="10820400" y="23241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1" name="性能形状 31"/>
          <p:cNvSpPr/>
          <p:nvPr/>
        </p:nvSpPr>
        <p:spPr>
          <a:xfrm>
            <a:off x="190500" y="33909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32" name="性能形状 32"/>
          <p:cNvSpPr/>
          <p:nvPr/>
        </p:nvSpPr>
        <p:spPr>
          <a:xfrm>
            <a:off x="1371600" y="33909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33" name="性能形状 33"/>
          <p:cNvSpPr/>
          <p:nvPr/>
        </p:nvSpPr>
        <p:spPr>
          <a:xfrm>
            <a:off x="2552700" y="33909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34" name="性能形状 34"/>
          <p:cNvSpPr/>
          <p:nvPr/>
        </p:nvSpPr>
        <p:spPr>
          <a:xfrm>
            <a:off x="3733800" y="33909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35" name="性能形状 35"/>
          <p:cNvSpPr/>
          <p:nvPr/>
        </p:nvSpPr>
        <p:spPr>
          <a:xfrm>
            <a:off x="4914900" y="33909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36" name="性能形状 36"/>
          <p:cNvSpPr/>
          <p:nvPr/>
        </p:nvSpPr>
        <p:spPr>
          <a:xfrm>
            <a:off x="6096000" y="33909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37" name="性能形状 37"/>
          <p:cNvSpPr/>
          <p:nvPr/>
        </p:nvSpPr>
        <p:spPr>
          <a:xfrm>
            <a:off x="7277100" y="33909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38" name="性能形状 38"/>
          <p:cNvSpPr/>
          <p:nvPr/>
        </p:nvSpPr>
        <p:spPr>
          <a:xfrm>
            <a:off x="8458200" y="33909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39" name="性能形状 39"/>
          <p:cNvSpPr/>
          <p:nvPr/>
        </p:nvSpPr>
        <p:spPr>
          <a:xfrm>
            <a:off x="9639300" y="33909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40" name="性能形状 40"/>
          <p:cNvSpPr/>
          <p:nvPr/>
        </p:nvSpPr>
        <p:spPr>
          <a:xfrm>
            <a:off x="10820400" y="33909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1" name="性能形状 41"/>
          <p:cNvSpPr/>
          <p:nvPr/>
        </p:nvSpPr>
        <p:spPr>
          <a:xfrm>
            <a:off x="190500" y="44577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2" name="性能形状 42"/>
          <p:cNvSpPr/>
          <p:nvPr/>
        </p:nvSpPr>
        <p:spPr>
          <a:xfrm>
            <a:off x="1371600" y="44577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3" name="性能形状 43"/>
          <p:cNvSpPr/>
          <p:nvPr/>
        </p:nvSpPr>
        <p:spPr>
          <a:xfrm>
            <a:off x="2552700" y="44577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44" name="性能形状 44"/>
          <p:cNvSpPr/>
          <p:nvPr/>
        </p:nvSpPr>
        <p:spPr>
          <a:xfrm>
            <a:off x="3733800" y="44577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45" name="性能形状 45"/>
          <p:cNvSpPr/>
          <p:nvPr/>
        </p:nvSpPr>
        <p:spPr>
          <a:xfrm>
            <a:off x="4914900" y="44577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46" name="性能形状 46"/>
          <p:cNvSpPr/>
          <p:nvPr/>
        </p:nvSpPr>
        <p:spPr>
          <a:xfrm>
            <a:off x="6096000" y="44577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47" name="性能形状 47"/>
          <p:cNvSpPr/>
          <p:nvPr/>
        </p:nvSpPr>
        <p:spPr>
          <a:xfrm>
            <a:off x="7277100" y="44577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48" name="性能形状 48"/>
          <p:cNvSpPr/>
          <p:nvPr/>
        </p:nvSpPr>
        <p:spPr>
          <a:xfrm>
            <a:off x="8458200" y="44577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49" name="性能形状 49"/>
          <p:cNvSpPr/>
          <p:nvPr/>
        </p:nvSpPr>
        <p:spPr>
          <a:xfrm>
            <a:off x="9639300" y="44577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50" name="性能形状 50"/>
          <p:cNvSpPr/>
          <p:nvPr/>
        </p:nvSpPr>
        <p:spPr>
          <a:xfrm>
            <a:off x="10820400" y="44577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51" name="性能形状 51"/>
          <p:cNvSpPr/>
          <p:nvPr/>
        </p:nvSpPr>
        <p:spPr>
          <a:xfrm>
            <a:off x="190500" y="5524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52" name="性能形状 52"/>
          <p:cNvSpPr/>
          <p:nvPr/>
        </p:nvSpPr>
        <p:spPr>
          <a:xfrm>
            <a:off x="1371600" y="5524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3" name="性能形状 53"/>
          <p:cNvSpPr/>
          <p:nvPr/>
        </p:nvSpPr>
        <p:spPr>
          <a:xfrm>
            <a:off x="2552700" y="55245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54" name="性能形状 54"/>
          <p:cNvSpPr/>
          <p:nvPr/>
        </p:nvSpPr>
        <p:spPr>
          <a:xfrm>
            <a:off x="3733800" y="55245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55" name="性能形状 55"/>
          <p:cNvSpPr/>
          <p:nvPr/>
        </p:nvSpPr>
        <p:spPr>
          <a:xfrm>
            <a:off x="4914900" y="55245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56" name="性能形状 56"/>
          <p:cNvSpPr/>
          <p:nvPr/>
        </p:nvSpPr>
        <p:spPr>
          <a:xfrm>
            <a:off x="6096000" y="55245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57" name="性能形状 57"/>
          <p:cNvSpPr/>
          <p:nvPr/>
        </p:nvSpPr>
        <p:spPr>
          <a:xfrm>
            <a:off x="7277100" y="5524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58" name="性能形状 58"/>
          <p:cNvSpPr/>
          <p:nvPr/>
        </p:nvSpPr>
        <p:spPr>
          <a:xfrm>
            <a:off x="8458200" y="5524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59" name="性能形状 59"/>
          <p:cNvSpPr/>
          <p:nvPr/>
        </p:nvSpPr>
        <p:spPr>
          <a:xfrm>
            <a:off x="9639300" y="55245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60" name="性能形状 60"/>
          <p:cNvSpPr/>
          <p:nvPr/>
        </p:nvSpPr>
        <p:spPr>
          <a:xfrm>
            <a:off x="10820400" y="55245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性能形状 1"/>
          <p:cNvSpPr/>
          <p:nvPr/>
        </p:nvSpPr>
        <p:spPr>
          <a:xfrm rot="2700000">
            <a:off x="190500" y="1905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62" name="性能形状 2"/>
          <p:cNvSpPr/>
          <p:nvPr/>
        </p:nvSpPr>
        <p:spPr>
          <a:xfrm rot="2700000">
            <a:off x="1371600" y="1905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63" name="性能形状 3"/>
          <p:cNvSpPr/>
          <p:nvPr/>
        </p:nvSpPr>
        <p:spPr>
          <a:xfrm rot="2700000">
            <a:off x="2552700" y="190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64" name="性能形状 4"/>
          <p:cNvSpPr/>
          <p:nvPr/>
        </p:nvSpPr>
        <p:spPr>
          <a:xfrm rot="2700000">
            <a:off x="3733800" y="190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65" name="性能形状 5"/>
          <p:cNvSpPr/>
          <p:nvPr/>
        </p:nvSpPr>
        <p:spPr>
          <a:xfrm rot="2700000">
            <a:off x="4914900" y="1905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66" name="性能形状 6"/>
          <p:cNvSpPr/>
          <p:nvPr/>
        </p:nvSpPr>
        <p:spPr>
          <a:xfrm rot="2700000">
            <a:off x="6096000" y="1905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67" name="性能形状 7"/>
          <p:cNvSpPr/>
          <p:nvPr/>
        </p:nvSpPr>
        <p:spPr>
          <a:xfrm rot="2700000">
            <a:off x="7277100" y="1905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68" name="性能形状 8"/>
          <p:cNvSpPr/>
          <p:nvPr/>
        </p:nvSpPr>
        <p:spPr>
          <a:xfrm rot="2700000">
            <a:off x="8458200" y="1905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69" name="性能形状 9"/>
          <p:cNvSpPr/>
          <p:nvPr/>
        </p:nvSpPr>
        <p:spPr>
          <a:xfrm rot="2700000">
            <a:off x="9639300" y="190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70" name="性能形状 10"/>
          <p:cNvSpPr/>
          <p:nvPr/>
        </p:nvSpPr>
        <p:spPr>
          <a:xfrm rot="2700000">
            <a:off x="10820400" y="190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71" name="性能形状 11"/>
          <p:cNvSpPr/>
          <p:nvPr/>
        </p:nvSpPr>
        <p:spPr>
          <a:xfrm rot="2700000">
            <a:off x="190500" y="12573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72" name="性能形状 12"/>
          <p:cNvSpPr/>
          <p:nvPr/>
        </p:nvSpPr>
        <p:spPr>
          <a:xfrm rot="2700000">
            <a:off x="1371600" y="12573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73" name="性能形状 13"/>
          <p:cNvSpPr/>
          <p:nvPr/>
        </p:nvSpPr>
        <p:spPr>
          <a:xfrm rot="2700000">
            <a:off x="2552700" y="12573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74" name="性能形状 14"/>
          <p:cNvSpPr/>
          <p:nvPr/>
        </p:nvSpPr>
        <p:spPr>
          <a:xfrm rot="2700000">
            <a:off x="3733800" y="12573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75" name="性能形状 15"/>
          <p:cNvSpPr/>
          <p:nvPr/>
        </p:nvSpPr>
        <p:spPr>
          <a:xfrm rot="2700000">
            <a:off x="4914900" y="12573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76" name="性能形状 16"/>
          <p:cNvSpPr/>
          <p:nvPr/>
        </p:nvSpPr>
        <p:spPr>
          <a:xfrm rot="2700000">
            <a:off x="6096000" y="12573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77" name="性能形状 17"/>
          <p:cNvSpPr/>
          <p:nvPr/>
        </p:nvSpPr>
        <p:spPr>
          <a:xfrm rot="2700000">
            <a:off x="7277100" y="12573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78" name="性能形状 18"/>
          <p:cNvSpPr/>
          <p:nvPr/>
        </p:nvSpPr>
        <p:spPr>
          <a:xfrm rot="2700000">
            <a:off x="8458200" y="12573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79" name="性能形状 19"/>
          <p:cNvSpPr/>
          <p:nvPr/>
        </p:nvSpPr>
        <p:spPr>
          <a:xfrm rot="2700000">
            <a:off x="9639300" y="12573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80" name="性能形状 20"/>
          <p:cNvSpPr/>
          <p:nvPr/>
        </p:nvSpPr>
        <p:spPr>
          <a:xfrm rot="2700000">
            <a:off x="10820400" y="12573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81" name="性能形状 21"/>
          <p:cNvSpPr/>
          <p:nvPr/>
        </p:nvSpPr>
        <p:spPr>
          <a:xfrm rot="2700000">
            <a:off x="190500" y="23241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82" name="性能形状 22"/>
          <p:cNvSpPr/>
          <p:nvPr/>
        </p:nvSpPr>
        <p:spPr>
          <a:xfrm rot="2700000">
            <a:off x="1371600" y="23241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83" name="性能形状 23"/>
          <p:cNvSpPr/>
          <p:nvPr/>
        </p:nvSpPr>
        <p:spPr>
          <a:xfrm rot="2700000">
            <a:off x="2552700" y="23241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84" name="性能形状 24"/>
          <p:cNvSpPr/>
          <p:nvPr/>
        </p:nvSpPr>
        <p:spPr>
          <a:xfrm rot="2700000">
            <a:off x="3733800" y="23241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85" name="性能形状 25"/>
          <p:cNvSpPr/>
          <p:nvPr/>
        </p:nvSpPr>
        <p:spPr>
          <a:xfrm rot="2700000">
            <a:off x="4914900" y="23241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86" name="性能形状 26"/>
          <p:cNvSpPr/>
          <p:nvPr/>
        </p:nvSpPr>
        <p:spPr>
          <a:xfrm rot="2700000">
            <a:off x="6096000" y="23241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87" name="性能形状 27"/>
          <p:cNvSpPr/>
          <p:nvPr/>
        </p:nvSpPr>
        <p:spPr>
          <a:xfrm rot="2700000">
            <a:off x="7277100" y="23241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88" name="性能形状 28"/>
          <p:cNvSpPr/>
          <p:nvPr/>
        </p:nvSpPr>
        <p:spPr>
          <a:xfrm rot="2700000">
            <a:off x="8458200" y="23241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89" name="性能形状 29"/>
          <p:cNvSpPr/>
          <p:nvPr/>
        </p:nvSpPr>
        <p:spPr>
          <a:xfrm rot="2700000">
            <a:off x="9639300" y="23241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90" name="性能形状 30"/>
          <p:cNvSpPr/>
          <p:nvPr/>
        </p:nvSpPr>
        <p:spPr>
          <a:xfrm rot="2700000">
            <a:off x="10820400" y="23241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91" name="性能形状 31"/>
          <p:cNvSpPr/>
          <p:nvPr/>
        </p:nvSpPr>
        <p:spPr>
          <a:xfrm rot="2700000">
            <a:off x="190500" y="33909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92" name="性能形状 32"/>
          <p:cNvSpPr/>
          <p:nvPr/>
        </p:nvSpPr>
        <p:spPr>
          <a:xfrm rot="2700000">
            <a:off x="1371600" y="33909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93" name="性能形状 33"/>
          <p:cNvSpPr/>
          <p:nvPr/>
        </p:nvSpPr>
        <p:spPr>
          <a:xfrm rot="2700000">
            <a:off x="2552700" y="33909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194" name="性能形状 34"/>
          <p:cNvSpPr/>
          <p:nvPr/>
        </p:nvSpPr>
        <p:spPr>
          <a:xfrm rot="2700000">
            <a:off x="3733800" y="33909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195" name="性能形状 35"/>
          <p:cNvSpPr/>
          <p:nvPr/>
        </p:nvSpPr>
        <p:spPr>
          <a:xfrm rot="2700000">
            <a:off x="4914900" y="33909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196" name="性能形状 36"/>
          <p:cNvSpPr/>
          <p:nvPr/>
        </p:nvSpPr>
        <p:spPr>
          <a:xfrm rot="2700000">
            <a:off x="6096000" y="33909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197" name="性能形状 37"/>
          <p:cNvSpPr/>
          <p:nvPr/>
        </p:nvSpPr>
        <p:spPr>
          <a:xfrm rot="2700000">
            <a:off x="7277100" y="33909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198" name="性能形状 38"/>
          <p:cNvSpPr/>
          <p:nvPr/>
        </p:nvSpPr>
        <p:spPr>
          <a:xfrm rot="2700000">
            <a:off x="8458200" y="33909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199" name="性能形状 39"/>
          <p:cNvSpPr/>
          <p:nvPr/>
        </p:nvSpPr>
        <p:spPr>
          <a:xfrm rot="2700000">
            <a:off x="9639300" y="33909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200" name="性能形状 40"/>
          <p:cNvSpPr/>
          <p:nvPr/>
        </p:nvSpPr>
        <p:spPr>
          <a:xfrm rot="2700000">
            <a:off x="10820400" y="33909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201" name="性能形状 41"/>
          <p:cNvSpPr/>
          <p:nvPr/>
        </p:nvSpPr>
        <p:spPr>
          <a:xfrm rot="2700000">
            <a:off x="190500" y="44577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202" name="性能形状 42"/>
          <p:cNvSpPr/>
          <p:nvPr/>
        </p:nvSpPr>
        <p:spPr>
          <a:xfrm rot="2700000">
            <a:off x="1371600" y="44577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203" name="性能形状 43"/>
          <p:cNvSpPr/>
          <p:nvPr/>
        </p:nvSpPr>
        <p:spPr>
          <a:xfrm rot="2700000">
            <a:off x="2552700" y="44577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204" name="性能形状 44"/>
          <p:cNvSpPr/>
          <p:nvPr/>
        </p:nvSpPr>
        <p:spPr>
          <a:xfrm rot="2700000">
            <a:off x="3733800" y="44577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205" name="性能形状 45"/>
          <p:cNvSpPr/>
          <p:nvPr/>
        </p:nvSpPr>
        <p:spPr>
          <a:xfrm rot="2700000">
            <a:off x="4914900" y="44577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206" name="性能形状 46"/>
          <p:cNvSpPr/>
          <p:nvPr/>
        </p:nvSpPr>
        <p:spPr>
          <a:xfrm rot="2700000">
            <a:off x="6096000" y="44577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207" name="性能形状 47"/>
          <p:cNvSpPr/>
          <p:nvPr/>
        </p:nvSpPr>
        <p:spPr>
          <a:xfrm rot="2700000">
            <a:off x="7277100" y="44577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208" name="性能形状 48"/>
          <p:cNvSpPr/>
          <p:nvPr/>
        </p:nvSpPr>
        <p:spPr>
          <a:xfrm rot="2700000">
            <a:off x="8458200" y="44577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209" name="性能形状 49"/>
          <p:cNvSpPr/>
          <p:nvPr/>
        </p:nvSpPr>
        <p:spPr>
          <a:xfrm rot="2700000">
            <a:off x="9639300" y="44577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210" name="性能形状 50"/>
          <p:cNvSpPr/>
          <p:nvPr/>
        </p:nvSpPr>
        <p:spPr>
          <a:xfrm rot="2700000">
            <a:off x="10820400" y="44577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211" name="性能形状 51"/>
          <p:cNvSpPr/>
          <p:nvPr/>
        </p:nvSpPr>
        <p:spPr>
          <a:xfrm rot="2700000">
            <a:off x="190500" y="5524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212" name="性能形状 52"/>
          <p:cNvSpPr/>
          <p:nvPr/>
        </p:nvSpPr>
        <p:spPr>
          <a:xfrm rot="2700000">
            <a:off x="1371600" y="5524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213" name="性能形状 53"/>
          <p:cNvSpPr/>
          <p:nvPr/>
        </p:nvSpPr>
        <p:spPr>
          <a:xfrm rot="2700000">
            <a:off x="2552700" y="55245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214" name="性能形状 54"/>
          <p:cNvSpPr/>
          <p:nvPr/>
        </p:nvSpPr>
        <p:spPr>
          <a:xfrm rot="2700000">
            <a:off x="3733800" y="55245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  <p:sp>
        <p:nvSpPr>
          <p:cNvPr id="215" name="性能形状 55"/>
          <p:cNvSpPr/>
          <p:nvPr/>
        </p:nvSpPr>
        <p:spPr>
          <a:xfrm rot="2700000">
            <a:off x="4914900" y="5524500"/>
            <a:ext cx="1066800" cy="857250"/>
          </a:xfrm>
          <a:prstGeom prst="roundRect">
            <a:avLst/>
          </a:prstGeom>
          <a:solidFill>
            <a:schemeClr val="accent1"/>
          </a:solidFill>
        </p:spPr>
        <p:txBody>
          <a:bodyPr anchor="ctr"/>
          <a:lstStyle/>
          <a:p>
            <a:endParaRPr/>
          </a:p>
        </p:txBody>
      </p:sp>
      <p:sp>
        <p:nvSpPr>
          <p:cNvPr id="216" name="性能形状 56"/>
          <p:cNvSpPr/>
          <p:nvPr/>
        </p:nvSpPr>
        <p:spPr>
          <a:xfrm rot="2700000">
            <a:off x="6096000" y="5524500"/>
            <a:ext cx="1066800" cy="85725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endParaRPr/>
          </a:p>
        </p:txBody>
      </p:sp>
      <p:sp>
        <p:nvSpPr>
          <p:cNvPr id="217" name="性能形状 57"/>
          <p:cNvSpPr/>
          <p:nvPr/>
        </p:nvSpPr>
        <p:spPr>
          <a:xfrm rot="2700000">
            <a:off x="7277100" y="5524500"/>
            <a:ext cx="1066800" cy="857250"/>
          </a:xfrm>
          <a:prstGeom prst="rect">
            <a:avLst/>
          </a:prstGeom>
          <a:solidFill>
            <a:schemeClr val="accent3"/>
          </a:solidFill>
        </p:spPr>
        <p:txBody>
          <a:bodyPr anchor="ctr"/>
          <a:lstStyle/>
          <a:p>
            <a:endParaRPr/>
          </a:p>
        </p:txBody>
      </p:sp>
      <p:sp>
        <p:nvSpPr>
          <p:cNvPr id="218" name="性能形状 58"/>
          <p:cNvSpPr/>
          <p:nvPr/>
        </p:nvSpPr>
        <p:spPr>
          <a:xfrm rot="2700000">
            <a:off x="8458200" y="5524500"/>
            <a:ext cx="1066800" cy="857250"/>
          </a:xfrm>
          <a:prstGeom prst="roundRect">
            <a:avLst/>
          </a:prstGeom>
          <a:solidFill>
            <a:schemeClr val="accent4"/>
          </a:solidFill>
        </p:spPr>
        <p:txBody>
          <a:bodyPr anchor="ctr"/>
          <a:lstStyle/>
          <a:p>
            <a:endParaRPr/>
          </a:p>
        </p:txBody>
      </p:sp>
      <p:sp>
        <p:nvSpPr>
          <p:cNvPr id="219" name="性能形状 59"/>
          <p:cNvSpPr/>
          <p:nvPr/>
        </p:nvSpPr>
        <p:spPr>
          <a:xfrm rot="2700000">
            <a:off x="9639300" y="5524500"/>
            <a:ext cx="1066800" cy="85725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/>
          <a:p>
            <a:endParaRPr/>
          </a:p>
        </p:txBody>
      </p:sp>
      <p:sp>
        <p:nvSpPr>
          <p:cNvPr id="220" name="性能形状 60"/>
          <p:cNvSpPr/>
          <p:nvPr/>
        </p:nvSpPr>
        <p:spPr>
          <a:xfrm rot="2700000">
            <a:off x="10820400" y="5524500"/>
            <a:ext cx="1066800" cy="85725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60 Elements">
  <a:themeElements>
    <a:clrScheme name="Editor 60 Elements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60 Element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60 Elemen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