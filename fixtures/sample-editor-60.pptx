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性能形状 1"/>
          <p:cNvSpPr/>
          <p:nvPr/>
        </p:nvSpPr>
        <p:spPr>
          <a:xfrm>
            <a:off x="190500" y="190500"/>
            <a:ext cx="1066800" cy="85725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02" name="性能形状 2"/>
          <p:cNvSpPr/>
          <p:nvPr/>
        </p:nvSpPr>
        <p:spPr>
          <a:xfrm>
            <a:off x="1371600" y="190500"/>
            <a:ext cx="1066800" cy="857250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103" name="性能形状 3"/>
          <p:cNvSpPr/>
          <p:nvPr/>
        </p:nvSpPr>
        <p:spPr>
          <a:xfrm>
            <a:off x="2552700" y="190500"/>
            <a:ext cx="1066800" cy="85725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04" name="性能形状 4"/>
          <p:cNvSpPr/>
          <p:nvPr/>
        </p:nvSpPr>
        <p:spPr>
          <a:xfrm>
            <a:off x="3733800" y="190500"/>
            <a:ext cx="1066800" cy="85725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105" name="性能形状 5"/>
          <p:cNvSpPr/>
          <p:nvPr/>
        </p:nvSpPr>
        <p:spPr>
          <a:xfrm>
            <a:off x="4914900" y="190500"/>
            <a:ext cx="1066800" cy="857250"/>
          </a:xfrm>
          <a:prstGeom prst="rect">
            <a:avLst/>
          </a:prstGeom>
          <a:solidFill>
            <a:schemeClr val="accent5"/>
          </a:solidFill>
        </p:spPr>
        <p:txBody>
          <a:bodyPr anchor="ctr"/>
          <a:lstStyle/>
          <a:p>
            <a:endParaRPr/>
          </a:p>
        </p:txBody>
      </p:sp>
      <p:sp>
        <p:nvSpPr>
          <p:cNvPr id="106" name="性能形状 6"/>
          <p:cNvSpPr/>
          <p:nvPr/>
        </p:nvSpPr>
        <p:spPr>
          <a:xfrm>
            <a:off x="6096000" y="190500"/>
            <a:ext cx="1066800" cy="857250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107" name="性能形状 7"/>
          <p:cNvSpPr/>
          <p:nvPr/>
        </p:nvSpPr>
        <p:spPr>
          <a:xfrm>
            <a:off x="7277100" y="190500"/>
            <a:ext cx="1066800" cy="85725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08" name="性能形状 8"/>
          <p:cNvSpPr/>
          <p:nvPr/>
        </p:nvSpPr>
        <p:spPr>
          <a:xfrm>
            <a:off x="8458200" y="190500"/>
            <a:ext cx="1066800" cy="857250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109" name="性能形状 9"/>
          <p:cNvSpPr/>
          <p:nvPr/>
        </p:nvSpPr>
        <p:spPr>
          <a:xfrm>
            <a:off x="9639300" y="190500"/>
            <a:ext cx="1066800" cy="85725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10" name="性能形状 10"/>
          <p:cNvSpPr/>
          <p:nvPr/>
        </p:nvSpPr>
        <p:spPr>
          <a:xfrm>
            <a:off x="10820400" y="190500"/>
            <a:ext cx="1066800" cy="85725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111" name="性能形状 11"/>
          <p:cNvSpPr/>
          <p:nvPr/>
        </p:nvSpPr>
        <p:spPr>
          <a:xfrm>
            <a:off x="190500" y="1257300"/>
            <a:ext cx="1066800" cy="857250"/>
          </a:xfrm>
          <a:prstGeom prst="rect">
            <a:avLst/>
          </a:prstGeom>
          <a:solidFill>
            <a:schemeClr val="accent5"/>
          </a:solidFill>
        </p:spPr>
        <p:txBody>
          <a:bodyPr anchor="ctr"/>
          <a:lstStyle/>
          <a:p>
            <a:endParaRPr/>
          </a:p>
        </p:txBody>
      </p:sp>
      <p:sp>
        <p:nvSpPr>
          <p:cNvPr id="112" name="性能形状 12"/>
          <p:cNvSpPr/>
          <p:nvPr/>
        </p:nvSpPr>
        <p:spPr>
          <a:xfrm>
            <a:off x="1371600" y="1257300"/>
            <a:ext cx="1066800" cy="857250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113" name="性能形状 13"/>
          <p:cNvSpPr/>
          <p:nvPr/>
        </p:nvSpPr>
        <p:spPr>
          <a:xfrm>
            <a:off x="2552700" y="1257300"/>
            <a:ext cx="1066800" cy="85725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14" name="性能形状 14"/>
          <p:cNvSpPr/>
          <p:nvPr/>
        </p:nvSpPr>
        <p:spPr>
          <a:xfrm>
            <a:off x="3733800" y="1257300"/>
            <a:ext cx="1066800" cy="857250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115" name="性能形状 15"/>
          <p:cNvSpPr/>
          <p:nvPr/>
        </p:nvSpPr>
        <p:spPr>
          <a:xfrm>
            <a:off x="4914900" y="1257300"/>
            <a:ext cx="1066800" cy="85725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16" name="性能形状 16"/>
          <p:cNvSpPr/>
          <p:nvPr/>
        </p:nvSpPr>
        <p:spPr>
          <a:xfrm>
            <a:off x="6096000" y="1257300"/>
            <a:ext cx="1066800" cy="85725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117" name="性能形状 17"/>
          <p:cNvSpPr/>
          <p:nvPr/>
        </p:nvSpPr>
        <p:spPr>
          <a:xfrm>
            <a:off x="7277100" y="1257300"/>
            <a:ext cx="1066800" cy="857250"/>
          </a:xfrm>
          <a:prstGeom prst="rect">
            <a:avLst/>
          </a:prstGeom>
          <a:solidFill>
            <a:schemeClr val="accent5"/>
          </a:solidFill>
        </p:spPr>
        <p:txBody>
          <a:bodyPr anchor="ctr"/>
          <a:lstStyle/>
          <a:p>
            <a:endParaRPr/>
          </a:p>
        </p:txBody>
      </p:sp>
      <p:sp>
        <p:nvSpPr>
          <p:cNvPr id="118" name="性能形状 18"/>
          <p:cNvSpPr/>
          <p:nvPr/>
        </p:nvSpPr>
        <p:spPr>
          <a:xfrm>
            <a:off x="8458200" y="1257300"/>
            <a:ext cx="1066800" cy="857250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119" name="性能形状 19"/>
          <p:cNvSpPr/>
          <p:nvPr/>
        </p:nvSpPr>
        <p:spPr>
          <a:xfrm>
            <a:off x="9639300" y="1257300"/>
            <a:ext cx="1066800" cy="85725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20" name="性能形状 20"/>
          <p:cNvSpPr/>
          <p:nvPr/>
        </p:nvSpPr>
        <p:spPr>
          <a:xfrm>
            <a:off x="10820400" y="1257300"/>
            <a:ext cx="1066800" cy="857250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121" name="性能形状 21"/>
          <p:cNvSpPr/>
          <p:nvPr/>
        </p:nvSpPr>
        <p:spPr>
          <a:xfrm>
            <a:off x="190500" y="2324100"/>
            <a:ext cx="1066800" cy="85725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22" name="性能形状 22"/>
          <p:cNvSpPr/>
          <p:nvPr/>
        </p:nvSpPr>
        <p:spPr>
          <a:xfrm>
            <a:off x="1371600" y="2324100"/>
            <a:ext cx="1066800" cy="85725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123" name="性能形状 23"/>
          <p:cNvSpPr/>
          <p:nvPr/>
        </p:nvSpPr>
        <p:spPr>
          <a:xfrm>
            <a:off x="2552700" y="2324100"/>
            <a:ext cx="1066800" cy="857250"/>
          </a:xfrm>
          <a:prstGeom prst="rect">
            <a:avLst/>
          </a:prstGeom>
          <a:solidFill>
            <a:schemeClr val="accent5"/>
          </a:solidFill>
        </p:spPr>
        <p:txBody>
          <a:bodyPr anchor="ctr"/>
          <a:lstStyle/>
          <a:p>
            <a:endParaRPr/>
          </a:p>
        </p:txBody>
      </p:sp>
      <p:sp>
        <p:nvSpPr>
          <p:cNvPr id="124" name="性能形状 24"/>
          <p:cNvSpPr/>
          <p:nvPr/>
        </p:nvSpPr>
        <p:spPr>
          <a:xfrm>
            <a:off x="3733800" y="2324100"/>
            <a:ext cx="1066800" cy="857250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125" name="性能形状 25"/>
          <p:cNvSpPr/>
          <p:nvPr/>
        </p:nvSpPr>
        <p:spPr>
          <a:xfrm>
            <a:off x="4914900" y="2324100"/>
            <a:ext cx="1066800" cy="85725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26" name="性能形状 26"/>
          <p:cNvSpPr/>
          <p:nvPr/>
        </p:nvSpPr>
        <p:spPr>
          <a:xfrm>
            <a:off x="6096000" y="2324100"/>
            <a:ext cx="1066800" cy="857250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127" name="性能形状 27"/>
          <p:cNvSpPr/>
          <p:nvPr/>
        </p:nvSpPr>
        <p:spPr>
          <a:xfrm>
            <a:off x="7277100" y="2324100"/>
            <a:ext cx="1066800" cy="85725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28" name="性能形状 28"/>
          <p:cNvSpPr/>
          <p:nvPr/>
        </p:nvSpPr>
        <p:spPr>
          <a:xfrm>
            <a:off x="8458200" y="2324100"/>
            <a:ext cx="1066800" cy="85725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129" name="性能形状 29"/>
          <p:cNvSpPr/>
          <p:nvPr/>
        </p:nvSpPr>
        <p:spPr>
          <a:xfrm>
            <a:off x="9639300" y="2324100"/>
            <a:ext cx="1066800" cy="857250"/>
          </a:xfrm>
          <a:prstGeom prst="rect">
            <a:avLst/>
          </a:prstGeom>
          <a:solidFill>
            <a:schemeClr val="accent5"/>
          </a:solidFill>
        </p:spPr>
        <p:txBody>
          <a:bodyPr anchor="ctr"/>
          <a:lstStyle/>
          <a:p>
            <a:endParaRPr/>
          </a:p>
        </p:txBody>
      </p:sp>
      <p:sp>
        <p:nvSpPr>
          <p:cNvPr id="130" name="性能形状 30"/>
          <p:cNvSpPr/>
          <p:nvPr/>
        </p:nvSpPr>
        <p:spPr>
          <a:xfrm>
            <a:off x="10820400" y="2324100"/>
            <a:ext cx="1066800" cy="857250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131" name="性能形状 31"/>
          <p:cNvSpPr/>
          <p:nvPr/>
        </p:nvSpPr>
        <p:spPr>
          <a:xfrm>
            <a:off x="190500" y="3390900"/>
            <a:ext cx="1066800" cy="85725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32" name="性能形状 32"/>
          <p:cNvSpPr/>
          <p:nvPr/>
        </p:nvSpPr>
        <p:spPr>
          <a:xfrm>
            <a:off x="1371600" y="3390900"/>
            <a:ext cx="1066800" cy="857250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133" name="性能形状 33"/>
          <p:cNvSpPr/>
          <p:nvPr/>
        </p:nvSpPr>
        <p:spPr>
          <a:xfrm>
            <a:off x="2552700" y="3390900"/>
            <a:ext cx="1066800" cy="85725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34" name="性能形状 34"/>
          <p:cNvSpPr/>
          <p:nvPr/>
        </p:nvSpPr>
        <p:spPr>
          <a:xfrm>
            <a:off x="3733800" y="3390900"/>
            <a:ext cx="1066800" cy="85725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135" name="性能形状 35"/>
          <p:cNvSpPr/>
          <p:nvPr/>
        </p:nvSpPr>
        <p:spPr>
          <a:xfrm>
            <a:off x="4914900" y="3390900"/>
            <a:ext cx="1066800" cy="857250"/>
          </a:xfrm>
          <a:prstGeom prst="rect">
            <a:avLst/>
          </a:prstGeom>
          <a:solidFill>
            <a:schemeClr val="accent5"/>
          </a:solidFill>
        </p:spPr>
        <p:txBody>
          <a:bodyPr anchor="ctr"/>
          <a:lstStyle/>
          <a:p>
            <a:endParaRPr/>
          </a:p>
        </p:txBody>
      </p:sp>
      <p:sp>
        <p:nvSpPr>
          <p:cNvPr id="136" name="性能形状 36"/>
          <p:cNvSpPr/>
          <p:nvPr/>
        </p:nvSpPr>
        <p:spPr>
          <a:xfrm>
            <a:off x="6096000" y="3390900"/>
            <a:ext cx="1066800" cy="857250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137" name="性能形状 37"/>
          <p:cNvSpPr/>
          <p:nvPr/>
        </p:nvSpPr>
        <p:spPr>
          <a:xfrm>
            <a:off x="7277100" y="3390900"/>
            <a:ext cx="1066800" cy="85725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38" name="性能形状 38"/>
          <p:cNvSpPr/>
          <p:nvPr/>
        </p:nvSpPr>
        <p:spPr>
          <a:xfrm>
            <a:off x="8458200" y="3390900"/>
            <a:ext cx="1066800" cy="857250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139" name="性能形状 39"/>
          <p:cNvSpPr/>
          <p:nvPr/>
        </p:nvSpPr>
        <p:spPr>
          <a:xfrm>
            <a:off x="9639300" y="3390900"/>
            <a:ext cx="1066800" cy="85725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40" name="性能形状 40"/>
          <p:cNvSpPr/>
          <p:nvPr/>
        </p:nvSpPr>
        <p:spPr>
          <a:xfrm>
            <a:off x="10820400" y="3390900"/>
            <a:ext cx="1066800" cy="85725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141" name="性能形状 41"/>
          <p:cNvSpPr/>
          <p:nvPr/>
        </p:nvSpPr>
        <p:spPr>
          <a:xfrm>
            <a:off x="190500" y="4457700"/>
            <a:ext cx="1066800" cy="857250"/>
          </a:xfrm>
          <a:prstGeom prst="rect">
            <a:avLst/>
          </a:prstGeom>
          <a:solidFill>
            <a:schemeClr val="accent5"/>
          </a:solidFill>
        </p:spPr>
        <p:txBody>
          <a:bodyPr anchor="ctr"/>
          <a:lstStyle/>
          <a:p>
            <a:endParaRPr/>
          </a:p>
        </p:txBody>
      </p:sp>
      <p:sp>
        <p:nvSpPr>
          <p:cNvPr id="142" name="性能形状 42"/>
          <p:cNvSpPr/>
          <p:nvPr/>
        </p:nvSpPr>
        <p:spPr>
          <a:xfrm>
            <a:off x="1371600" y="4457700"/>
            <a:ext cx="1066800" cy="857250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143" name="性能形状 43"/>
          <p:cNvSpPr/>
          <p:nvPr/>
        </p:nvSpPr>
        <p:spPr>
          <a:xfrm>
            <a:off x="2552700" y="4457700"/>
            <a:ext cx="1066800" cy="85725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44" name="性能形状 44"/>
          <p:cNvSpPr/>
          <p:nvPr/>
        </p:nvSpPr>
        <p:spPr>
          <a:xfrm>
            <a:off x="3733800" y="4457700"/>
            <a:ext cx="1066800" cy="857250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145" name="性能形状 45"/>
          <p:cNvSpPr/>
          <p:nvPr/>
        </p:nvSpPr>
        <p:spPr>
          <a:xfrm>
            <a:off x="4914900" y="4457700"/>
            <a:ext cx="1066800" cy="85725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46" name="性能形状 46"/>
          <p:cNvSpPr/>
          <p:nvPr/>
        </p:nvSpPr>
        <p:spPr>
          <a:xfrm>
            <a:off x="6096000" y="4457700"/>
            <a:ext cx="1066800" cy="85725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147" name="性能形状 47"/>
          <p:cNvSpPr/>
          <p:nvPr/>
        </p:nvSpPr>
        <p:spPr>
          <a:xfrm>
            <a:off x="7277100" y="4457700"/>
            <a:ext cx="1066800" cy="857250"/>
          </a:xfrm>
          <a:prstGeom prst="rect">
            <a:avLst/>
          </a:prstGeom>
          <a:solidFill>
            <a:schemeClr val="accent5"/>
          </a:solidFill>
        </p:spPr>
        <p:txBody>
          <a:bodyPr anchor="ctr"/>
          <a:lstStyle/>
          <a:p>
            <a:endParaRPr/>
          </a:p>
        </p:txBody>
      </p:sp>
      <p:sp>
        <p:nvSpPr>
          <p:cNvPr id="148" name="性能形状 48"/>
          <p:cNvSpPr/>
          <p:nvPr/>
        </p:nvSpPr>
        <p:spPr>
          <a:xfrm>
            <a:off x="8458200" y="4457700"/>
            <a:ext cx="1066800" cy="857250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149" name="性能形状 49"/>
          <p:cNvSpPr/>
          <p:nvPr/>
        </p:nvSpPr>
        <p:spPr>
          <a:xfrm>
            <a:off x="9639300" y="4457700"/>
            <a:ext cx="1066800" cy="85725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50" name="性能形状 50"/>
          <p:cNvSpPr/>
          <p:nvPr/>
        </p:nvSpPr>
        <p:spPr>
          <a:xfrm>
            <a:off x="10820400" y="4457700"/>
            <a:ext cx="1066800" cy="857250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151" name="性能形状 51"/>
          <p:cNvSpPr/>
          <p:nvPr/>
        </p:nvSpPr>
        <p:spPr>
          <a:xfrm>
            <a:off x="190500" y="5524500"/>
            <a:ext cx="1066800" cy="85725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52" name="性能形状 52"/>
          <p:cNvSpPr/>
          <p:nvPr/>
        </p:nvSpPr>
        <p:spPr>
          <a:xfrm>
            <a:off x="1371600" y="5524500"/>
            <a:ext cx="1066800" cy="85725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153" name="性能形状 53"/>
          <p:cNvSpPr/>
          <p:nvPr/>
        </p:nvSpPr>
        <p:spPr>
          <a:xfrm>
            <a:off x="2552700" y="5524500"/>
            <a:ext cx="1066800" cy="857250"/>
          </a:xfrm>
          <a:prstGeom prst="rect">
            <a:avLst/>
          </a:prstGeom>
          <a:solidFill>
            <a:schemeClr val="accent5"/>
          </a:solidFill>
        </p:spPr>
        <p:txBody>
          <a:bodyPr anchor="ctr"/>
          <a:lstStyle/>
          <a:p>
            <a:endParaRPr/>
          </a:p>
        </p:txBody>
      </p:sp>
      <p:sp>
        <p:nvSpPr>
          <p:cNvPr id="154" name="性能形状 54"/>
          <p:cNvSpPr/>
          <p:nvPr/>
        </p:nvSpPr>
        <p:spPr>
          <a:xfrm>
            <a:off x="3733800" y="5524500"/>
            <a:ext cx="1066800" cy="857250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155" name="性能形状 55"/>
          <p:cNvSpPr/>
          <p:nvPr/>
        </p:nvSpPr>
        <p:spPr>
          <a:xfrm>
            <a:off x="4914900" y="5524500"/>
            <a:ext cx="1066800" cy="85725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156" name="性能形状 56"/>
          <p:cNvSpPr/>
          <p:nvPr/>
        </p:nvSpPr>
        <p:spPr>
          <a:xfrm>
            <a:off x="6096000" y="5524500"/>
            <a:ext cx="1066800" cy="857250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157" name="性能形状 57"/>
          <p:cNvSpPr/>
          <p:nvPr/>
        </p:nvSpPr>
        <p:spPr>
          <a:xfrm>
            <a:off x="7277100" y="5524500"/>
            <a:ext cx="1066800" cy="857250"/>
          </a:xfrm>
          <a:prstGeom prst="rect">
            <a:avLst/>
          </a:prstGeom>
          <a:solidFill>
            <a:schemeClr val="accent3"/>
          </a:solidFill>
        </p:spPr>
        <p:txBody>
          <a:bodyPr anchor="ctr"/>
          <a:lstStyle/>
          <a:p>
            <a:endParaRPr/>
          </a:p>
        </p:txBody>
      </p:sp>
      <p:sp>
        <p:nvSpPr>
          <p:cNvPr id="158" name="性能形状 58"/>
          <p:cNvSpPr/>
          <p:nvPr/>
        </p:nvSpPr>
        <p:spPr>
          <a:xfrm>
            <a:off x="8458200" y="5524500"/>
            <a:ext cx="1066800" cy="85725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159" name="性能形状 59"/>
          <p:cNvSpPr/>
          <p:nvPr/>
        </p:nvSpPr>
        <p:spPr>
          <a:xfrm>
            <a:off x="9639300" y="5524500"/>
            <a:ext cx="1066800" cy="857250"/>
          </a:xfrm>
          <a:prstGeom prst="rect">
            <a:avLst/>
          </a:prstGeom>
          <a:solidFill>
            <a:schemeClr val="accent5"/>
          </a:solidFill>
        </p:spPr>
        <p:txBody>
          <a:bodyPr anchor="ctr"/>
          <a:lstStyle/>
          <a:p>
            <a:endParaRPr/>
          </a:p>
        </p:txBody>
      </p:sp>
      <p:sp>
        <p:nvSpPr>
          <p:cNvPr id="160" name="性能形状 60"/>
          <p:cNvSpPr/>
          <p:nvPr/>
        </p:nvSpPr>
        <p:spPr>
          <a:xfrm>
            <a:off x="10820400" y="5524500"/>
            <a:ext cx="1066800" cy="857250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tor 60 Elements">
  <a:themeElements>
    <a:clrScheme name="Editor 60 Elements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Editor 60 Element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Editor 60 Elemen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