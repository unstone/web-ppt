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096000" cy="3429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ramp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in-shape"/>
          <p:cNvSpPr/>
          <p:nvPr/>
        </p:nvSpPr>
        <p:spPr>
          <a:xfrm>
            <a:off x="381000" y="381000"/>
            <a:ext cx="1905000" cy="952500"/>
          </a:xfrm>
          <a:prstGeom prst="rect">
            <a:avLst/>
          </a:prstGeom>
          <a:solidFill>
            <a:srgbClr val="4285F4"/>
          </a:solidFill>
        </p:spPr>
        <p:txBody>
          <a:bodyPr anchor="ctr"/>
          <a:lstStyle/>
          <a:p>
            <a:endParaRPr/>
          </a:p>
        </p:txBody>
      </p:sp>
      <p:sp>
        <p:nvSpPr>
          <p:cNvPr id="102" name="rich-shape"/>
          <p:cNvSpPr/>
          <p:nvPr/>
        </p:nvSpPr>
        <p:spPr>
          <a:xfrm>
            <a:off x="3238500" y="381000"/>
            <a:ext cx="1905000" cy="952500"/>
          </a:xfrm>
          <a:prstGeom prst="rect">
            <a:avLst/>
          </a:prstGeom>
          <a:solidFill>
            <a:srgbClr val="F97316"/>
          </a:solidFill>
          <a:scene3d>
            <a:camera prst="orthographicFront"/>
            <a:lightRig rig="threePt" dir="t"/>
          </a:scene3d>
          <a:sp3d extrusionH="95250" prstMaterial="metal">
            <a:bevelT w="38100" h="38100"/>
          </a:sp3d>
        </p:spPr>
        <p:txBody>
          <a:bodyPr anchor="ctr"/>
          <a:lstStyle/>
          <a:p>
            <a:endParaRPr/>
          </a:p>
        </p:txBody>
      </p:sp>
      <p:pic>
        <p:nvPicPr>
          <p:cNvPr id="901" name="picture-901" descr="灰阶渐变图片"/>
          <p:cNvPicPr/>
          <p:nvPr/>
        </p:nvPicPr>
        <p:blipFill>
          <a:blip r:embed="rId10">
            <a:extLst>
              <a:ext uri="appearance-test">
                <test:keep xmlns:test="urn:appearance"/>
              </a:ext>
            </a:extLst>
          </a:blip>
          <a:srcRect l="10000"/>
          <a:stretch>
            <a:fillRect/>
          </a:stretch>
        </p:blipFill>
        <p:spPr>
          <a:xfrm>
            <a:off x="381000" y="1714500"/>
            <a:ext cx="1524000" cy="952500"/>
          </a:xfrm>
          <a:prstGeom prst="rect">
            <a:avLst/>
          </a:prstGeom>
        </p:spPr>
      </p:pic>
      <p:pic>
        <p:nvPicPr>
          <p:cNvPr id="902" name="picture-902" descr="灰阶渐变图片"/>
          <p:cNvPicPr/>
          <p:nvPr/>
        </p:nvPicPr>
        <p:blipFill>
          <a:blip r:embed="rId10">
            <a:alphaModFix amt="60000"/>
            <a:grayscl/>
            <a:extLst>
              <a:ext uri="appearance-test">
                <test:keep xmlns:test="urn:appearance"/>
              </a:ext>
            </a:extLst>
          </a:blip>
          <a:srcRect l="10000"/>
          <a:stretch>
            <a:fillRect/>
          </a:stretch>
        </p:blipFill>
        <p:spPr>
          <a:xfrm>
            <a:off x="2286000" y="1714500"/>
            <a:ext cx="1524000" cy="952500"/>
          </a:xfrm>
          <a:prstGeom prst="rect">
            <a:avLst/>
          </a:prstGeom>
        </p:spPr>
      </p:pic>
      <p:pic>
        <p:nvPicPr>
          <p:cNvPr id="903" name="picture-903" descr="灰阶渐变图片"/>
          <p:cNvPicPr/>
          <p:nvPr/>
        </p:nvPicPr>
        <p:blipFill>
          <a:blip r:embed="rId10">
            <a:duotone>
              <a:srgbClr val="112233"/>
              <a:srgbClr val="FFEEDD"/>
            </a:duotone>
            <a:extLst>
              <a:ext uri="appearance-test">
                <test:keep xmlns:test="urn:appearance"/>
              </a:ext>
            </a:extLst>
          </a:blip>
          <a:srcRect l="10000"/>
          <a:stretch>
            <a:fillRect/>
          </a:stretch>
        </p:blipFill>
        <p:spPr>
          <a:xfrm>
            <a:off x="4191000" y="1714500"/>
            <a:ext cx="1524000" cy="952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ppearance">
  <a:themeElements>
    <a:clrScheme name="Appearanc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Appearan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ppearan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