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Sheet1!A13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Sheet1!B14:E14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Sheet1!B15:E15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bubbleChart>
        <c:varyColors val="0"/>
        <c:ser>
          <c:idx val="2"/>
          <c:order val="2"/>
          <c:tx>
            <c:strRef>
              <c:f>Sheet1!A13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Sheet1!B14:E14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Sheet1!B15:E15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