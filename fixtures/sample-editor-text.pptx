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综合"/>
          <p:cNvSpPr/>
          <p:nvPr/>
        </p:nvSpPr>
        <p:spPr>
          <a:xfrm>
            <a:off x="857250" y="762000"/>
            <a:ext cx="5905500" cy="2952750"/>
          </a:xfrm>
          <a:prstGeom prst="roundRect">
            <a:avLst/>
          </a:prstGeom>
          <a:solidFill>
            <a:srgbClr val="F8FAFC"/>
          </a:solidFill>
        </p:spPr>
        <p:txBody>
          <a:bodyPr wrap="square" anchor="t">
            <a:normAutofit fontScale="92000" lnSpcReduction="8000"/>
          </a:bodyPr>
          <a:lstStyle/>
          <a:p>
            <a:pPr algn="l"/>
            <a:r>
              <a:rPr sz="1800">
                <a:solidFill>
                  <a:srgbClr val="1F2937"/>
                </a:solidFill>
              </a:rPr>
              <a:t xml:space="preserve"> 前导 </a:t>
            </a:r>
            <a:r>
              <a:rPr sz="1800" b="1">
                <a:solidFill>
                  <a:srgbClr val="2563EB"/>
                </a:solidFill>
              </a:rPr>
              <a:t>中文</a:t>
            </a:r>
            <a:r>
              <a:rPr sz="1800" i="1"/>
              <a:t>日本語</a:t>
            </a:r>
            <a:br>
              <a:rPr sz="1800"/>
            </a:br>
            <a:r>
              <a:rPr sz="1800"/>
              <a:t xml:space="preserve">硬换行后 </a:t>
            </a:r>
          </a:p>
          <a:p>
            <a:pPr algn="r" rtl="1"/>
            <a:r>
              <a:rPr sz="1700"/>
              <a:t>مرحبا بالعالم</a:t>
            </a:r>
          </a:p>
          <a:p>
            <a:pPr algn="ctr"/>
            <a:endParaRPr sz="1600"/>
          </a:p>
          <a:p>
            <a:r>
              <a:rPr sz="1800"/>
              <a:t>公式前</a:t>
            </a:r>
            <m:oMath xmlns:m="http://schemas.openxmlformats.org/officeDocument/2006/math">
              <m:f>
                <m:num>
                  <m:r>
                    <m:t>a</m:t>
                  </m:r>
                </m:num>
                <m:den>
                  <m:r>
                    <m:t>b</m:t>
                  </m:r>
                </m:den>
              </m:f>
            </m:oMath>
            <a:r>
              <a:rPr sz="1800"/>
              <a:t>公式后</a:t>
            </a:r>
          </a:p>
          <a:p>
            <a:fld id="{6C85A91D-23A3-4B39-9220-9DE59B29C409}" type="slidenum">
              <a:rPr sz="1500"/>
              <a:t>1</a:t>
            </a:fld>
            <a:endParaRPr sz="1500"/>
          </a:p>
        </p:txBody>
      </p:sp>
      <p:sp>
        <p:nvSpPr>
          <p:cNvPr id="102" name="空文本框"/>
          <p:cNvSpPr/>
          <p:nvPr/>
        </p:nvSpPr>
        <p:spPr>
          <a:xfrm>
            <a:off x="7334250" y="952500"/>
            <a:ext cx="3429000" cy="1238250"/>
          </a:xfrm>
          <a:prstGeom prst="rect">
            <a:avLst/>
          </a:prstGeom>
          <a:solidFill>
            <a:srgbClr val="FFF7ED"/>
          </a:solidFill>
        </p:spPr>
        <p:txBody>
          <a:bodyPr anchor="ctr"/>
          <a:lstStyle/>
          <a:p>
            <a:pPr algn="ctr"/>
            <a:endParaRPr sz="2200" b="1"/>
          </a:p>
        </p:txBody>
      </p:sp>
      <p:sp>
        <p:nvSpPr>
          <p:cNvPr id="801" name="旋转文本"/>
          <p:cNvSpPr/>
          <p:nvPr/>
        </p:nvSpPr>
        <p:spPr>
          <a:xfrm rot="900000">
            <a:off x="7524750" y="2857500"/>
            <a:ext cx="3048000" cy="1524000"/>
          </a:xfrm>
          <a:prstGeom prst="rect">
            <a:avLst/>
          </a:prstGeom>
          <a:solidFill>
            <a:srgbClr val="ECFDF5"/>
          </a:solidFill>
        </p:spPr>
        <p:txBody>
          <a:bodyPr anchor="ctr"/>
          <a:lstStyle/>
          <a:p>
            <a:pPr algn="ctr"/>
            <a:r>
              <a:rPr sz="2000"/>
              <a:t>旋转后仍可编辑</a:t>
            </a:r>
          </a:p>
        </p:txBody>
      </p:sp>
      <p:sp>
        <p:nvSpPr>
          <p:cNvPr id="103" name="重复格式"/>
          <p:cNvSpPr/>
          <p:nvPr/>
        </p:nvSpPr>
        <p:spPr>
          <a:xfrm>
            <a:off x="7334250" y="4857750"/>
            <a:ext cx="3429000" cy="952500"/>
          </a:xfrm>
          <a:prstGeom prst="rect">
            <a:avLst/>
          </a:prstGeom>
          <a:solidFill>
            <a:srgbClr val="F5F3FF"/>
          </a:solidFill>
        </p:spPr>
        <p:txBody>
          <a:bodyPr anchor="ctr"/>
          <a:lstStyle/>
          <a:p>
            <a:pPr algn="ctr"/>
            <a:r>
              <a:rPr sz="2000">
                <a:solidFill>
                  <a:srgbClr val="DC2626"/>
                </a:solidFill>
              </a:rPr>
              <a:t>同</a:t>
            </a:r>
            <a:r>
              <a:rPr sz="2000" b="1">
                <a:solidFill>
                  <a:srgbClr val="16A34A"/>
                </a:solidFill>
              </a:rPr>
              <a:t>同</a:t>
            </a:r>
            <a:r>
              <a:rPr sz="2000" i="1">
                <a:solidFill>
                  <a:srgbClr val="2563EB"/>
                </a:solidFill>
              </a:rPr>
              <a:t>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Text">
  <a:themeElements>
    <a:clrScheme name="Editor Tex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Tex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Tex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