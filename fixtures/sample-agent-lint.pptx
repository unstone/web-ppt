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png" ContentType="image/pn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rompt"/>
          <p:cNvSpPr/>
          <p:nvPr>
            <p:ph type="body" idx="1"/>
          </p:nvPr>
        </p:nvSpPr>
        <p:spPr>
          <a:xfrm>
            <a:off x="381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</a:t>
            </a:r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 AV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img" Type="http://schemas.openxmlformats.org/officeDocument/2006/relationships/image" Target="../media/imag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verflow"/>
          <p:cNvSpPr/>
          <p:nvPr/>
        </p:nvSpPr>
        <p:spPr>
          <a:xfrm>
            <a:off x="381000" y="381000"/>
            <a:ext cx="762000" cy="9525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 AV AV AV AV AV 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it"/>
          <p:cNvSpPr/>
          <p:nvPr/>
        </p:nvSpPr>
        <p:spPr>
          <a:xfrm>
            <a:off x="381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a"/>
          <p:cNvSpPr/>
          <p:nvPr/>
        </p:nvSpPr>
        <p:spPr>
          <a:xfrm>
            <a:off x="381000" y="381000"/>
            <a:ext cx="1428750" cy="9525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  <p:sp>
        <p:nvSpPr>
          <p:cNvPr id="104" name="b"/>
          <p:cNvSpPr/>
          <p:nvPr/>
        </p:nvSpPr>
        <p:spPr>
          <a:xfrm>
            <a:off x="762000" y="666750"/>
            <a:ext cx="1428750" cy="9525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a"/>
          <p:cNvSpPr/>
          <p:nvPr/>
        </p:nvSpPr>
        <p:spPr>
          <a:xfrm>
            <a:off x="381000" y="381000"/>
            <a:ext cx="1428750" cy="9525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  <p:sp>
        <p:nvSpPr>
          <p:cNvPr id="106" name="b"/>
          <p:cNvSpPr/>
          <p:nvPr/>
        </p:nvSpPr>
        <p:spPr>
          <a:xfrm>
            <a:off x="2857500" y="381000"/>
            <a:ext cx="1428750" cy="9525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utside"/>
          <p:cNvSpPr/>
          <p:nvPr/>
        </p:nvSpPr>
        <p:spPr>
          <a:xfrm>
            <a:off x="59055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nside"/>
          <p:cNvSpPr/>
          <p:nvPr/>
        </p:nvSpPr>
        <p:spPr>
          <a:xfrm>
            <a:off x="3810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low"/>
          <p:cNvSpPr/>
          <p:nvPr/>
        </p:nvSpPr>
        <p:spPr>
          <a:xfrm>
            <a:off x="381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767776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high"/>
          <p:cNvSpPr/>
          <p:nvPr/>
        </p:nvSpPr>
        <p:spPr>
          <a:xfrm>
            <a:off x="381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missing"/>
          <p:cNvSpPr/>
          <p:nvPr/>
        </p:nvSpPr>
        <p:spPr>
          <a:xfrm>
            <a:off x="381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Absent Typeface"/>
                <a:ea typeface="Absent Typeface"/>
                <a:cs typeface="Absent Typeface"/>
              </a:rPr>
              <a:t>AV AV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available"/>
          <p:cNvSpPr/>
          <p:nvPr/>
        </p:nvSpPr>
        <p:spPr>
          <a:xfrm>
            <a:off x="381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rompt"/>
          <p:cNvSpPr/>
          <p:nvPr>
            <p:ph type="body" idx="1"/>
          </p:nvPr>
        </p:nvSpPr>
        <p:spPr>
          <a:xfrm>
            <a:off x="381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 AV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rompt"/>
          <p:cNvSpPr/>
          <p:nvPr>
            <p:ph type="body" idx="1"/>
          </p:nvPr>
        </p:nvSpPr>
        <p:spPr>
          <a:xfrm>
            <a:off x="381000" y="381000"/>
            <a:ext cx="1905000" cy="762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r>
              <a:rPr sz="1200">
                <a:solidFill>
                  <a:srgbClr val="000000"/>
                </a:solidFill>
                <a:latin typeface="WebPPT Glyph Latin"/>
                <a:ea typeface="WebPPT Glyph Latin"/>
                <a:cs typeface="WebPPT Glyph Latin"/>
              </a:rPr>
              <a:t>AV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"/>
          <p:cNvPicPr/>
          <p:nvPr/>
        </p:nvPicPr>
        <p:blipFill>
          <a:blip r:embed="img"/>
          <a:stretch>
            <a:fillRect/>
          </a:stretch>
        </p:blipFill>
        <p:spPr>
          <a:xfrm>
            <a:off x="381000" y="3810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"/>
          <p:cNvPicPr/>
          <p:nvPr/>
        </p:nvPicPr>
        <p:blipFill>
          <a:blip r:embed="img"/>
          <a:stretch>
            <a:fillRect/>
          </a:stretch>
        </p:blipFill>
        <p:spPr>
          <a:xfrm>
            <a:off x="381000" y="381000"/>
            <a:ext cx="1905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image"/>
          <p:cNvPicPr/>
          <p:nvPr/>
        </p:nvPicPr>
        <p:blipFill>
          <a:blip r:embed="img"/>
          <a:srcRect l="25000" r="25000"/>
          <a:stretch>
            <a:fillRect/>
          </a:stretch>
        </p:blipFill>
        <p:spPr>
          <a:xfrm>
            <a:off x="381000" y="3810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gent lint">
  <a:themeElements>
    <a:clrScheme name="Agent lin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gent lin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gent li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