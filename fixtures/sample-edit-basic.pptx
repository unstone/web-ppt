
<file path=[Content_Types].xml><?xml version="1.0" encoding="utf-8"?>
<Types xmlns="http://schemas.openxmlformats.org/package/2006/content-types">
  <Default Extension="rels" ContentType="application/vnd.openxmlformats-package.relationships+xml"/>
  <Default Extension="png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</p:sldIdLst>
  <p:sldSz cx="12192000" cy="6858000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theme" Target="theme/theme1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defRPr sz="3200" b="1">
          <a:solidFill>
            <a:schemeClr val="tx2"/>
          </a:solidFill>
        </a:defRPr>
      </a:lvl1pPr>
    </p:titleStyle>
    <p:bodyStyle>
      <a:lvl1pPr>
        <a:buNone/>
        <a:defRPr sz="1600">
          <a:solidFill>
            <a:schemeClr val="tx1"/>
          </a:solidFill>
        </a:defRPr>
      </a:lvl1pPr>
    </p:bodyStyle>
    <p:otherStyle>
      <a:lvl1pPr>
        <a:defRPr sz="1400"/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普通形状"/>
          <p:cNvSpPr/>
          <p:nvPr/>
        </p:nvSpPr>
        <p:spPr>
          <a:xfrm>
            <a:off x="857250" y="1143000"/>
            <a:ext cx="2476500" cy="1428750"/>
          </a:xfrm>
          <a:prstGeom prst="rect">
            <a:avLst/>
          </a:prstGeom>
          <a:solidFill>
            <a:schemeClr val="accent1"/>
          </a:solidFill>
        </p:spPr>
        <p:txBody>
          <a:bodyPr anchor="ctr"/>
          <a:lstStyle/>
          <a:p>
            <a:r>
              <a:rPr sz="1800"/>
              <a:t>可编辑</a:t>
            </a:r>
          </a:p>
        </p:txBody>
      </p:sp>
      <p:grpSp>
        <p:nvGrpSpPr>
          <p:cNvPr id="201" name="测试组"/>
          <p:cNvGrpSpPr/>
          <p:nvPr/>
        </p:nvGrpSpPr>
        <p:grpSpPr>
          <a:xfrm rot="600000">
            <a:off x="4000500" y="952500"/>
            <a:ext cx="3429000" cy="2095500"/>
            <a:chOff x="190500" y="190500"/>
            <a:chExt cx="2286000" cy="1333500"/>
          </a:xfrm>
        </p:grpSpPr>
        <p:sp>
          <p:nvSpPr>
            <p:cNvPr id="101" name="组内形状"/>
            <p:cNvSpPr/>
            <p:nvPr/>
          </p:nvSpPr>
          <p:spPr>
            <a:xfrm>
              <a:off x="381000" y="285750"/>
              <a:ext cx="1714500" cy="952500"/>
            </a:xfrm>
            <a:prstGeom prst="roundRect">
              <a:avLst/>
            </a:prstGeom>
            <a:solidFill>
              <a:schemeClr val="accent2"/>
            </a:solidFill>
          </p:spPr>
          <p:txBody>
            <a:bodyPr anchor="ctr"/>
            <a:lstStyle/>
            <a:p>
              <a:endParaRPr/>
            </a:p>
          </p:txBody>
        </p:sp>
      </p:grpSp>
      <p:graphicFrame>
        <p:nvGraphicFramePr>
          <p:cNvPr id="301" name="未知框架"/>
          <p:cNvGraphicFramePr/>
          <p:nvPr/>
        </p:nvGraphicFramePr>
        <p:xfrm>
          <a:off x="8096250" y="1238250"/>
          <a:ext cx="2857500" cy="2190750"/>
        </p:xfrm>
        <a:graphic>
          <a:graphicData uri="urn:web-ppt:fixture:unsupported">
            <x:item xmlns:x="urn:web-ppt:fixture"/>
          </a:graphicData>
        </a:graphic>
      </p:graphicFrame>
      <p:pic>
        <p:nvPicPr>
          <p:cNvPr id="302" name="测试图片"/>
          <p:cNvPicPr/>
          <p:nvPr/>
        </p:nvPicPr>
        <p:blipFill>
          <a:blip r:embed="rId2"/>
          <a:stretch>
            <a:fillRect/>
          </a:stretch>
        </p:blipFill>
        <p:spPr>
          <a:xfrm>
            <a:off x="857250" y="3238500"/>
            <a:ext cx="2095500" cy="1333500"/>
          </a:xfrm>
          <a:prstGeom prst="rect">
            <a:avLst/>
          </a:prstGeom>
        </p:spPr>
      </p:pic>
      <p:graphicFrame>
        <p:nvGraphicFramePr>
          <p:cNvPr id="303" name="测试表格"/>
          <p:cNvGraphicFramePr/>
          <p:nvPr/>
        </p:nvGraphicFramePr>
        <p:xfrm>
          <a:off x="3714750" y="3714750"/>
          <a:ext cx="3429000" cy="1143000"/>
        </p:xfrm>
        <a:graphic>
          <a:graphicData uri="http://schemas.openxmlformats.org/drawingml/2006/table">
            <a:tbl>
              <a:tblPr/>
              <a:tblGrid>
                <a:gridCol w="1714500"/>
                <a:gridCol w="1714500"/>
              </a:tblGrid>
              <a:tr h="1143000">
                <a:tc>
                  <a:txBody>
                    <a:bodyPr/>
                    <a:lstStyle/>
                    <a:p>
                      <a: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第二页形状"/>
          <p:cNvSpPr/>
          <p:nvPr/>
        </p:nvSpPr>
        <p:spPr>
          <a:xfrm>
            <a:off x="1143000" y="1524000"/>
            <a:ext cx="3048000" cy="1714500"/>
          </a:xfrm>
          <a:prstGeom prst="ellipse">
            <a:avLst/>
          </a:prstGeom>
          <a:solidFill>
            <a:schemeClr val="accent3"/>
          </a:solidFill>
        </p:spPr>
        <p:txBody>
          <a:bodyPr anchor="ctr"/>
          <a:lstStyle/>
          <a:p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it Basic">
  <a:themeElements>
    <a:clrScheme name="Edit Basic">
      <a:dk1>
        <a:sysClr val="windowText" lastClr="1A1A1A"/>
      </a:dk1>
      <a:lt1>
        <a:sysClr val="window" lastClr="FFFFFF"/>
      </a:lt1>
      <a:dk2>
        <a:srgbClr val="1F3864"/>
      </a:dk2>
      <a:lt2>
        <a:srgbClr val="F2F2F2"/>
      </a:lt2>
      <a:accent1>
        <a:srgbClr val="2E75B6"/>
      </a:accent1>
      <a:accent2>
        <a:srgbClr val="A6A6A6"/>
      </a:accent2>
      <a:accent3>
        <a:srgbClr val="70AD47"/>
      </a:accent3>
      <a:accent4>
        <a:srgbClr val="FFC000"/>
      </a:accent4>
      <a:accent5>
        <a:srgbClr val="ED7D31"/>
      </a:accent5>
      <a:accent6>
        <a:srgbClr val="7030A0"/>
      </a:accent6>
      <a:hlink>
        <a:srgbClr val="0563C1"/>
      </a:hlink>
      <a:folHlink>
        <a:srgbClr val="954F72"/>
      </a:folHlink>
    </a:clrScheme>
    <a:fontScheme name="Edit Basic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Edit Basic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