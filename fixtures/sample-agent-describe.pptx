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6096000" cy="3429000"/>
  <p:notesSz cx="6858000" cy="9144000"/>
  <p:extLst>
    <p:ext uri="{521415D9-36F7-43E2-AB2F-B90AF26B5E84}">
      <p14:sectionLst xmlns:p14="http://schemas.microsoft.com/office/powerpoint/2010/main">
        <p14:section name="第一节" id="{11111111-2222-3333-4444-555555555555}">
          <p14:sldIdLst>
            <p14:sldId id="256"/>
            <p14:sldId id="257"/>
          </p14:sldIdLst>
        </p14:section>
      </p14:sectionLst>
    </p:ext>
  </p:extLst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theme" Target="theme/theme1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>
      <p:sp>
        <p:nvSpPr>
          <p:cNvPr id="2" name="备注"/>
          <p:cNvSpPr/>
          <p:nvPr>
            <p:ph type="body"/>
          </p:nvPr>
        </p:nvSpPr>
        <p:spPr/>
        <p:txBody>
          <a:bodyPr/>
          <a:lstStyle/>
          <a:p>
            <a:pPr algn="ctr"/>
            <a:r>
              <a:rPr sz="900">
                <a:solidFill>
                  <a:srgbClr val="404040"/>
                </a:solidFill>
              </a:rPr>
              <a:t>备注 &amp; Notes</a:t>
            </a:r>
          </a:p>
        </p:txBody>
      </p:sp>
    </p:spTree>
  </p:cSld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版式标题"/>
          <p:cNvSpPr/>
          <p:nvPr>
            <p:ph type="ctrTitle" idx="7"/>
          </p:nvPr>
        </p:nvSpPr>
        <p:spPr>
          <a:xfrm>
            <a:off x="381000" y="285750"/>
            <a:ext cx="2857500" cy="571500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sz="900">
                <a:solidFill>
                  <a:srgbClr val="404040"/>
                </a:solidFill>
              </a:rPr>
              <a:t>版式提示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母版标题"/>
          <p:cNvSpPr/>
          <p:nvPr>
            <p:ph type="title" idx="7"/>
          </p:nvPr>
        </p:nvSpPr>
        <p:spPr>
          <a:xfrm>
            <a:off x="381000" y="285750"/>
            <a:ext cx="2857500" cy="571500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sz="900">
                <a:solidFill>
                  <a:srgbClr val="404040"/>
                </a:solidFill>
              </a:rPr>
              <a:t>母版提示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Notes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页面标题"/>
          <p:cNvSpPr/>
          <p:nvPr>
            <p:ph type="title" idx="7"/>
          </p:nvPr>
        </p:nvSpPr>
        <p:spPr>
          <a:xfrm>
            <a:off x="381000" y="285750"/>
            <a:ext cx="2857500" cy="571500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sz="900">
                <a:solidFill>
                  <a:srgbClr val="404040"/>
                </a:solidFill>
              </a:rPr>
              <a:t>可编辑标题</a:t>
            </a:r>
          </a:p>
        </p:txBody>
      </p:sp>
      <p:grpSp>
        <p:nvGrpSpPr>
          <p:cNvPr id="102" name="缩放组合"/>
          <p:cNvGrpSpPr/>
          <p:nvPr/>
        </p:nvGrpSpPr>
        <p:grpSpPr>
          <a:xfrm>
            <a:off x="952500" y="952500"/>
            <a:ext cx="3810000" cy="952500"/>
            <a:chOff x="0" y="0"/>
            <a:chExt cx="1905000" cy="952500"/>
          </a:xfrm>
        </p:grpSpPr>
        <p:sp>
          <p:nvSpPr>
            <p:cNvPr id="101" name="组内中文"/>
            <p:cNvSpPr/>
            <p:nvPr/>
          </p:nvSpPr>
          <p:spPr>
            <a:xfrm>
              <a:off x="190500" y="95250"/>
              <a:ext cx="762000" cy="285750"/>
            </a:xfrm>
            <a:prstGeom prst="rect">
              <a:avLst/>
            </a:prstGeom>
          </p:spPr>
          <p:txBody>
            <a:bodyPr anchor="ctr"/>
            <a:lstStyle/>
            <a:p>
              <a:pPr lvl="2">
                <a:buChar char="•"/>
              </a:pPr>
              <a:r>
                <a:t>中文 &amp; "quotes" 😀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隐藏页文字"/>
          <p:cNvSpPr/>
          <p:nvPr/>
        </p:nvSpPr>
        <p:spPr>
          <a:xfrm>
            <a:off x="95250" y="190500"/>
            <a:ext cx="2857500" cy="381000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sz="900">
                <a:solidFill>
                  <a:srgbClr val="404040"/>
                </a:solidFill>
              </a:rPr>
              <a:t>第二页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gent describe">
  <a:themeElements>
    <a:clrScheme name="Agent describe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Agent describ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Agent describ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