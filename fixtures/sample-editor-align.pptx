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Al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align-inherited"/>
          <p:cNvSpPr/>
          <p:nvPr/>
        </p:nvSpPr>
        <p:spPr>
          <a:xfrm>
            <a:off x="190500" y="6477000"/>
            <a:ext cx="2095500" cy="2286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layout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lign-plain"/>
          <p:cNvSpPr/>
          <p:nvPr/>
        </p:nvSpPr>
        <p:spPr>
          <a:xfrm>
            <a:off x="762000" y="857250"/>
            <a:ext cx="1619250" cy="952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plain</a:t>
            </a:r>
          </a:p>
        </p:txBody>
      </p:sp>
      <p:sp>
        <p:nvSpPr>
          <p:cNvPr id="102" name="align-rotated"/>
          <p:cNvSpPr/>
          <p:nvPr/>
        </p:nvSpPr>
        <p:spPr>
          <a:xfrm rot="1500000" flipH="1">
            <a:off x="3429000" y="762000"/>
            <a:ext cx="1809750" cy="1238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rotated</a:t>
            </a:r>
          </a:p>
        </p:txBody>
      </p:sp>
      <p:grpSp>
        <p:nvGrpSpPr>
          <p:cNvPr id="2801" name="align-group"/>
          <p:cNvGrpSpPr/>
          <p:nvPr/>
        </p:nvGrpSpPr>
        <p:grpSpPr>
          <a:xfrm rot="-600000" flipH="1">
            <a:off x="6191250" y="1143000"/>
            <a:ext cx="3048000" cy="2286000"/>
            <a:chOff x="95250" y="47625"/>
            <a:chExt cx="1524000" cy="762000"/>
          </a:xfrm>
        </p:grpSpPr>
        <p:sp>
          <p:nvSpPr>
            <p:cNvPr id="104" name="align-group-leaf"/>
            <p:cNvSpPr/>
            <p:nvPr/>
          </p:nvSpPr>
          <p:spPr>
            <a:xfrm rot="900000" flipV="1">
              <a:off x="238125" y="142875"/>
              <a:ext cx="857250" cy="428625"/>
            </a:xfrm>
            <a:prstGeom prst="rect">
              <a:avLst/>
            </a:prstGeom>
            <a:solidFill>
              <a:schemeClr val="accent5"/>
            </a:solidFill>
          </p:spPr>
          <p:txBody>
            <a:bodyPr anchor="ctr"/>
            <a:lstStyle/>
            <a:p>
              <a:pPr algn="ctr"/>
              <a:r>
                <a:rPr sz="900">
                  <a:solidFill>
                    <a:srgbClr val="404040"/>
                  </a:solidFill>
                </a:rPr>
                <a:t>leaf</a:t>
              </a:r>
            </a:p>
          </p:txBody>
        </p:sp>
      </p:grpSp>
      <p:graphicFrame>
        <p:nvGraphicFramePr>
          <p:cNvPr id="2802" name="align-frame"/>
          <p:cNvGraphicFramePr/>
          <p:nvPr/>
        </p:nvGraphicFramePr>
        <p:xfrm>
          <a:off x="9239250" y="4095750"/>
          <a:ext cx="2095500" cy="1333500"/>
        </p:xfrm>
        <a:graphic>
          <a:graphicData uri="urn:web-ppt:align">
            <x:item xmlns:x="urn:web-ppt:align"/>
          </a:graphicData>
        </a:graphic>
      </p:graphicFrame>
      <p:sp>
        <p:nvSpPr>
          <p:cNvPr id="103" name="align-locked"/>
          <p:cNvSpPr>
            <a:spLocks noMove="1"/>
          </p:cNvSpPr>
          <p:nvPr/>
        </p:nvSpPr>
        <p:spPr>
          <a:xfrm>
            <a:off x="9906000" y="857250"/>
            <a:ext cx="1619250" cy="9525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locked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align-second-page"/>
          <p:cNvSpPr/>
          <p:nvPr/>
        </p:nvSpPr>
        <p:spPr>
          <a:xfrm>
            <a:off x="571500" y="666750"/>
            <a:ext cx="1714500" cy="85725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page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Align">
  <a:themeElements>
    <a:clrScheme name="Editor Align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Alig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Alig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