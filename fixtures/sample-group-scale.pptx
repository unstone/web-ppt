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0" name="文字组合"/>
          <p:cNvGrpSpPr/>
          <p:nvPr/>
        </p:nvGrpSpPr>
        <p:grpSpPr>
          <a:xfrm>
            <a:off x="952500" y="1238250"/>
            <a:ext cx="5715000" cy="1524000"/>
            <a:chOff x="0" y="0"/>
            <a:chExt cx="5715000" cy="1524000"/>
          </a:xfrm>
        </p:grpSpPr>
        <p:sp>
          <p:nvSpPr>
            <p:cNvPr id="101" name="组合内文字"/>
            <p:cNvSpPr/>
            <p:nvPr/>
          </p:nvSpPr>
          <p:spPr>
            <a:xfrm>
              <a:off x="0" y="0"/>
              <a:ext cx="5715000" cy="1524000"/>
            </a:xfrm>
            <a:prstGeom prst="rect">
              <a:avLst/>
            </a:prstGeom>
            <a:solidFill>
              <a:srgbClr val="DBEAFE"/>
            </a:solidFill>
          </p:spPr>
          <p:txBody>
            <a:bodyPr wrap="square" anchor="t"/>
            <a:lstStyle/>
            <a:p>
              <a:r>
                <a:rPr sz="2400"/>
                <a:t>Work in pairs. Compare your answers to Exercise 9.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0" name="文字组合"/>
          <p:cNvGrpSpPr/>
          <p:nvPr/>
        </p:nvGrpSpPr>
        <p:grpSpPr>
          <a:xfrm>
            <a:off x="952500" y="1238250"/>
            <a:ext cx="5715000" cy="1524000"/>
            <a:chOff x="0" y="0"/>
            <a:chExt cx="9525" cy="2540"/>
          </a:xfrm>
        </p:grpSpPr>
        <p:sp>
          <p:nvSpPr>
            <p:cNvPr id="102" name="组合内文字"/>
            <p:cNvSpPr/>
            <p:nvPr/>
          </p:nvSpPr>
          <p:spPr>
            <a:xfrm>
              <a:off x="0" y="0"/>
              <a:ext cx="9525" cy="2540"/>
            </a:xfrm>
            <a:prstGeom prst="rect">
              <a:avLst/>
            </a:prstGeom>
            <a:solidFill>
              <a:srgbClr val="DBEAFE"/>
            </a:solidFill>
          </p:spPr>
          <p:txBody>
            <a:bodyPr wrap="square" anchor="t"/>
            <a:lstStyle/>
            <a:p>
              <a:r>
                <a:rPr sz="2400"/>
                <a:t>Work in pairs. Compare your answers to Exercise 9.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Group Text Scale">
  <a:themeElements>
    <a:clrScheme name="Group Text Scale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2E75B6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Group Text Scal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Group Text Scal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