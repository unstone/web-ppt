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tableStyles.xml><?xml version="1.0" encoding="utf-8"?>
<a:tblStyleLst xmlns:a="http://schemas.openxmlformats.org/drawingml/2006/main" xmlns:mc="http://schemas.openxmlformats.org/markup-compatibility/2006" xmlns:a14="http://schemas.microsoft.com/office/drawing/2010/main" def="{71A84F42-BA92-4C1E-9EE0-71590D54A071}">
  <a:tblStyle styleId="{71A84F42-BA92-4C1E-9EE0-71590D54A071}" styleName="Six Switch Oracle" mc:Ignorable="a14">
    <a:wholeTbl>
      <a:tcStyle>
        <a:fill>
          <a:solidFill>
            <a:srgbClr val="E5E7EB"/>
          </a:solidFill>
        </a:fill>
      </a:tcStyle>
    </a:wholeTbl>
    <a:band1H>
      <a:tcStyle>
        <a:fill>
          <a:solidFill>
            <a:srgbClr val="3B82F6"/>
          </a:solidFill>
        </a:fill>
      </a:tcStyle>
    </a:band1H>
    <a:band2H>
      <a:tcStyle>
        <a:fill>
          <a:solidFill>
            <a:srgbClr val="FACC15"/>
          </a:solidFill>
        </a:fill>
      </a:tcStyle>
    </a:band2H>
    <a:band1V>
      <a:tcStyle>
        <a:fill>
          <a:solidFill>
            <a:srgbClr val="06B6D4"/>
          </a:solidFill>
        </a:fill>
      </a:tcStyle>
    </a:band1V>
    <a:band2V>
      <a:tcStyle>
        <a:fill>
          <a:solidFill>
            <a:srgbClr val="EC4899"/>
          </a:solidFill>
        </a:fill>
      </a:tcStyle>
    </a:band2V>
    <a:firstRow>
      <a:tcTxStyle b="on">
        <a:srgbClr val="FFFFFF"/>
      </a:tcTxStyle>
      <a:tcStyle>
        <a:fill>
          <a:solidFill>
            <a:srgbClr val="EF4444"/>
          </a:solidFill>
        </a:fill>
      </a:tcStyle>
    </a:firstRow>
    <a:lastRow>
      <a:tcStyle>
        <a:fill>
          <a:solidFill>
            <a:srgbClr val="22C55E"/>
          </a:solidFill>
        </a:fill>
      </a:tcStyle>
    </a:lastRow>
    <a:firstCol>
      <a:tcStyle>
        <a:fill>
          <a:solidFill>
            <a:srgbClr val="A855F7"/>
          </a:solidFill>
        </a:fill>
      </a:tcStyle>
    </a:firstCol>
    <a:lastCol>
      <a:tcStyle>
        <a:fill>
          <a:solidFill>
            <a:srgbClr val="F97316"/>
          </a:solidFill>
        </a:fill>
      </a:tcStyle>
    </a:lastCol>
    <a:extLst>
      <a:ext uri="{71A84F42-BA92-4C1E-9EE0-71590D54A072}">
        <a14:keep val="TABLE-STYLE-NS-KEEP"/>
      </a:ext>
    </a:extLst>
  </a:tblStyle>
</a:tblStyleLst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80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" name="六开关表样式"/>
          <p:cNvGraphicFramePr/>
          <p:nvPr/>
        </p:nvGraphicFramePr>
        <p:xfrm>
          <a:off x="1428750" y="1143000"/>
          <a:ext cx="7620000" cy="3619500"/>
        </p:xfrm>
        <a:graphic>
          <a:graphicData uri="http://schemas.openxmlformats.org/drawingml/2006/table">
            <a:tbl>
              <a:tblPr>
                <a:tableStyleId>{71A84F42-BA92-4C1E-9EE0-71590D54A071}</a:tableStyleId>
              </a:tblPr>
              <a:tblGrid>
                <a:gridCol w="1905000"/>
                <a:gridCol w="1905000"/>
                <a:gridCol w="1905000"/>
                <a:gridCol w="1905000"/>
              </a:tblGrid>
              <a:tr h="904875">
                <a:tc>
                  <a:txBody>
                    <a:bodyPr/>
                    <a:lstStyle/>
                    <a:p>
                      <a:r>
                        <a:rPr/>
                        <a:t>0:0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10B981"/>
                          </a:solidFill>
                        </a:rPr>
                        <a:t>0:1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0:2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0:3</a:t>
                      </a:r>
                    </a:p>
                  </a:txBody>
                  <a:tcPr/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/>
                        <a:t>1:0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1:1</a:t>
                      </a:r>
                    </a:p>
                  </a:txBody>
                  <a:tcPr>
                    <a:solidFill>
                      <a:srgbClr val="111827"/>
                    </a:solidFill>
                    <a:lnL w="28575">
                      <a:solidFill>
                        <a:srgbClr val="DC262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/>
                        <a:t>1:2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1:3</a:t>
                      </a:r>
                    </a:p>
                  </a:txBody>
                  <a:tcPr/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/>
                        <a:t>2:0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2:1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2:2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2:3</a:t>
                      </a:r>
                    </a:p>
                  </a:txBody>
                  <a:tcPr/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/>
                        <a:t>3:0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3:1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3:2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3:3</a:t>
                      </a:r>
                    </a:p>
                  </a:txBody>
                  <a:tcPr/>
                </a:tc>
              </a:tr>
              <a:extLst>
                <a:ext uri="{TABLE-STYLE-KEEP}">
                  <fixture:keep xmlns:fixture="urn:web-ppt:table-style"/>
                </a:ext>
              </a:extLst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Editor Table Style">
  <a:themeElements>
    <a:clrScheme name="Editor Table Style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Editor Table Styl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Editor Table Styl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