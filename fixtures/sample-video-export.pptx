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4572000" cy="257175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动画视频"/>
          <p:cNvSpPr/>
          <p:nvPr/>
        </p:nvSpPr>
        <p:spPr>
          <a:xfrm>
            <a:off x="952500" y="762000"/>
            <a:ext cx="1714500" cy="857250"/>
          </a:xfrm>
          <a:prstGeom prst="rect">
            <a:avLst/>
          </a:prstGeom>
          <a:solidFill>
            <a:srgbClr val="2255CC"/>
          </a:solidFill>
        </p:spPr>
        <p:txBody>
          <a:bodyPr anchor="ctr"/>
          <a:lstStyle/>
          <a:p>
            <a:pPr algn="ctr"/>
            <a:r>
              <a:rPr sz="1800">
                <a:solidFill>
                  <a:srgbClr val="FFFFFF"/>
                </a:solidFill>
              </a:rPr>
              <a:t>动画视频</a:t>
            </a:r>
          </a:p>
        </p:txBody>
      </p:sp>
    </p:spTree>
  </p:cSld>
  <p:clrMapOvr>
    <a:masterClrMapping/>
  </p:clrMapOvr>
  <p:timing>
    <p:tnLst>
      <p:par>
        <p:cTn id="1" dur="indefinite" nodeType="tmRoot">
          <p:childTnLst>
            <p:seq concurrent="1" nextAc="seek">
              <p:cTn id="2" dur="indefinite" nodeType="mainSeq">
                <p:childTnLst>
                  <p:par>
                    <p:cTn id="10" presetID="10" presetClass="entr" fill="hold" nodeType="click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11" dur="400" fill="hold"/>
                            <p:tgtEl>
                              <p:spTgt spid="101"/>
                            </p:tgtEl>
                          </p:cBhvr>
                        </p:animEffect>
                      </p:childTnLst>
                    </p:cTn>
                  </p:par>
                  <p:par>
                    <p:cTn id="20" presetClass="path" fill="hold" nodeType="afterEffect">
                      <p:stCondLst>
                        <p:cond delay="0"/>
                      </p:stCondLst>
                      <p:childTnLst>
                        <p:animMotion origin="layout" path="M 0 0 L 0.2 0 E">
                          <p:cBhvr>
                            <p:cTn id="21" dur="500" fill="hold"/>
                            <p:tgtEl>
                              <p:spTgt spid="101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第二页"/>
          <p:cNvSpPr/>
          <p:nvPr/>
        </p:nvSpPr>
        <p:spPr>
          <a:xfrm>
            <a:off x="952500" y="762000"/>
            <a:ext cx="1714500" cy="857250"/>
          </a:xfrm>
          <a:prstGeom prst="rect">
            <a:avLst/>
          </a:prstGeom>
          <a:solidFill>
            <a:srgbClr val="16834F"/>
          </a:solidFill>
        </p:spPr>
        <p:txBody>
          <a:bodyPr anchor="ctr"/>
          <a:lstStyle/>
          <a:p>
            <a:pPr algn="ctr"/>
            <a:r>
              <a:rPr sz="1800">
                <a:solidFill>
                  <a:srgbClr val="FFFFFF"/>
                </a:solidFill>
              </a:rPr>
              <a:t>第二页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隐藏页"/>
          <p:cNvSpPr/>
          <p:nvPr/>
        </p:nvSpPr>
        <p:spPr>
          <a:xfrm>
            <a:off x="952500" y="762000"/>
            <a:ext cx="1714500" cy="857250"/>
          </a:xfrm>
          <a:prstGeom prst="rect">
            <a:avLst/>
          </a:prstGeom>
          <a:solidFill>
            <a:srgbClr val="DD4422"/>
          </a:solidFill>
        </p:spPr>
        <p:txBody>
          <a:bodyPr anchor="ctr"/>
          <a:lstStyle/>
          <a:p>
            <a:pPr algn="ctr"/>
            <a:r>
              <a:rPr sz="1800">
                <a:solidFill>
                  <a:srgbClr val="FFFFFF"/>
                </a:solidFill>
              </a:rPr>
              <a:t>隐藏页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xed-frame video export">
  <a:themeElements>
    <a:clrScheme name="Fixed-frame video export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Fixed-frame video expor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Fixed-frame video expor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