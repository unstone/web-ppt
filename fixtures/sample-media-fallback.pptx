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Default Extension="wav" ContentType="audio/wav"/>
  <Default Extension="mp4" ContentType="video/mp4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51435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Poster" Type="http://schemas.openxmlformats.org/officeDocument/2006/relationships/image" Target="../media/poster.png"/><Relationship Id="rIdNullAudio" Type="http://schemas.openxmlformats.org/officeDocument/2006/relationships/audio" Target="NULL" TargetMode="External"/><Relationship Id="rIdNullVideo" Type="http://schemas.openxmlformats.org/officeDocument/2006/relationships/video" Target="NULL" TargetMode="External"/><Relationship Id="rIdMissingPart" Type="http://schemas.openxmlformats.org/officeDocument/2006/relationships/video" Target="../media/missing.mp4"/><Relationship Id="rIdHttpsVideo" Type="http://schemas.openxmlformats.org/officeDocument/2006/relationships/video" Target="https://example.com/media/promo.mp4" TargetMode="External"/><Relationship Id="rIdHttpsAudio" Type="http://schemas.openxmlformats.org/officeDocument/2006/relationships/audio" Target="https://example.com/media/voice.mp3" TargetMode="External"/><Relationship Id="rIdRelativeVideo" Type="http://schemas.openxmlformats.org/officeDocument/2006/relationships/video" Target="clip.mp4" TargetMode="External"/><Relationship Id="rIdWav" Type="http://schemas.microsoft.com/office/2007/relationships/media" Target="../media/media1.wav"/><Relationship Id="rIdMp4" Type="http://schemas.microsoft.com/office/2007/relationships/media" Target="../media/media2.mp4"/><Relationship Id="rIdMissingWav" Type="http://schemas.microsoft.com/office/2007/relationships/media" Target="../media/missing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经典 NULL 外链 → p14 内嵌音频"/>
          <p:cNvPicPr>
            <a:picLocks noChangeAspect="1"/>
          </p:cNvPicPr>
          <p:nvPr>
            <a:audioFile r:link="rIdNullAudio"/>
            <p:extLst>
              <p:ext uri="{DAA4B4D4-6D71-4841-9C94-3DE7FCFB9230}">
                <p14:media xmlns:p14="http://schemas.microsoft.com/office/powerpoint/2010/main" r:embed="rIdWav">
                  <p14:trim st="100"/>
                </p14:media>
              </p:ext>
            </p:extLst>
          </p:nvPr>
        </p:nvPicPr>
        <p:blipFill>
          <a:blip r:embed="rIdPoster"/>
          <a:stretch>
            <a:fillRect/>
          </a:stretch>
        </p:blipFill>
        <p:spPr>
          <a:xfrm>
            <a:off x="381000" y="571500"/>
            <a:ext cx="1905000" cy="1428750"/>
          </a:xfrm>
          <a:prstGeom prst="rect">
            <a:avLst/>
          </a:prstGeom>
        </p:spPr>
      </p:pic>
      <p:sp>
        <p:nvSpPr>
          <p:cNvPr id="101" name="说明 10"/>
          <p:cNvSpPr/>
          <p:nvPr/>
        </p:nvSpPr>
        <p:spPr>
          <a:xfrm>
            <a:off x="381000" y="2076450"/>
            <a:ext cx="1905000" cy="381000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sz="900">
                <a:solidFill>
                  <a:srgbClr val="404040"/>
                </a:solidFill>
              </a:rPr>
              <a:t>经典 NULL 外链 → p14 内嵌音频</a:t>
            </a:r>
          </a:p>
        </p:txBody>
      </p:sp>
      <p:pic>
        <p:nvPicPr>
          <p:cNvPr id="11" name="经典 NULL 外链 → p14 内嵌视频"/>
          <p:cNvPicPr>
            <a:picLocks noChangeAspect="1"/>
          </p:cNvPicPr>
          <p:nvPr>
            <a:videoFile r:link="rIdNullVideo"/>
            <p:extLst>
              <p:ext uri="{DAA4B4D4-6D71-4841-9C94-3DE7FCFB9230}">
                <p14:media xmlns:p14="http://schemas.microsoft.com/office/powerpoint/2010/main" r:embed="rIdMp4">
                  <p14:trim st="100"/>
                </p14:media>
              </p:ext>
            </p:extLst>
          </p:nvPr>
        </p:nvPicPr>
        <p:blipFill>
          <a:blip r:embed="rIdPoster"/>
          <a:stretch>
            <a:fillRect/>
          </a:stretch>
        </p:blipFill>
        <p:spPr>
          <a:xfrm>
            <a:off x="2524125" y="571500"/>
            <a:ext cx="1905000" cy="1428750"/>
          </a:xfrm>
          <a:prstGeom prst="rect">
            <a:avLst/>
          </a:prstGeom>
        </p:spPr>
      </p:pic>
      <p:sp>
        <p:nvSpPr>
          <p:cNvPr id="102" name="说明 11"/>
          <p:cNvSpPr/>
          <p:nvPr/>
        </p:nvSpPr>
        <p:spPr>
          <a:xfrm>
            <a:off x="2524125" y="2076450"/>
            <a:ext cx="1905000" cy="381000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sz="900">
                <a:solidFill>
                  <a:srgbClr val="404040"/>
                </a:solidFill>
              </a:rPr>
              <a:t>经典 NULL 外链 → p14 内嵌视频</a:t>
            </a:r>
          </a:p>
        </p:txBody>
      </p:sp>
      <p:pic>
        <p:nvPicPr>
          <p:cNvPr id="12" name="经典指向缺失部件 → p14 内嵌视频"/>
          <p:cNvPicPr>
            <a:picLocks noChangeAspect="1"/>
          </p:cNvPicPr>
          <p:nvPr>
            <a:videoFile r:link="rIdMissingPart"/>
            <p:extLst>
              <p:ext uri="{DAA4B4D4-6D71-4841-9C94-3DE7FCFB9230}">
                <p14:media xmlns:p14="http://schemas.microsoft.com/office/powerpoint/2010/main" r:embed="rIdMp4">
                  <p14:trim st="100"/>
                </p14:media>
              </p:ext>
            </p:extLst>
          </p:nvPr>
        </p:nvPicPr>
        <p:blipFill>
          <a:blip r:embed="rIdPoster"/>
          <a:stretch>
            <a:fillRect/>
          </a:stretch>
        </p:blipFill>
        <p:spPr>
          <a:xfrm>
            <a:off x="4667250" y="571500"/>
            <a:ext cx="1905000" cy="1428750"/>
          </a:xfrm>
          <a:prstGeom prst="rect">
            <a:avLst/>
          </a:prstGeom>
        </p:spPr>
      </p:pic>
      <p:sp>
        <p:nvSpPr>
          <p:cNvPr id="103" name="说明 12"/>
          <p:cNvSpPr/>
          <p:nvPr/>
        </p:nvSpPr>
        <p:spPr>
          <a:xfrm>
            <a:off x="4667250" y="2076450"/>
            <a:ext cx="1905000" cy="381000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sz="900">
                <a:solidFill>
                  <a:srgbClr val="404040"/>
                </a:solidFill>
              </a:rPr>
              <a:t>经典指向缺失部件 → p14 内嵌视频</a:t>
            </a:r>
          </a:p>
        </p:txBody>
      </p:sp>
      <p:pic>
        <p:nvPicPr>
          <p:cNvPr id="13" name="经典关系不存在 → p14 内嵌音频"/>
          <p:cNvPicPr>
            <a:picLocks noChangeAspect="1"/>
          </p:cNvPicPr>
          <p:nvPr>
            <a:audioFile r:link="rIdDangling"/>
            <p:extLst>
              <p:ext uri="{DAA4B4D4-6D71-4841-9C94-3DE7FCFB9230}">
                <p14:media xmlns:p14="http://schemas.microsoft.com/office/powerpoint/2010/main" r:embed="rIdWav">
                  <p14:trim st="100"/>
                </p14:media>
              </p:ext>
            </p:extLst>
          </p:nvPr>
        </p:nvPicPr>
        <p:blipFill>
          <a:blip r:embed="rIdPoster"/>
          <a:stretch>
            <a:fillRect/>
          </a:stretch>
        </p:blipFill>
        <p:spPr>
          <a:xfrm>
            <a:off x="6810375" y="571500"/>
            <a:ext cx="1905000" cy="1428750"/>
          </a:xfrm>
          <a:prstGeom prst="rect">
            <a:avLst/>
          </a:prstGeom>
        </p:spPr>
      </p:pic>
      <p:sp>
        <p:nvSpPr>
          <p:cNvPr id="104" name="说明 13"/>
          <p:cNvSpPr/>
          <p:nvPr/>
        </p:nvSpPr>
        <p:spPr>
          <a:xfrm>
            <a:off x="6810375" y="2076450"/>
            <a:ext cx="1905000" cy="381000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sz="900">
                <a:solidFill>
                  <a:srgbClr val="404040"/>
                </a:solidFill>
              </a:rPr>
              <a:t>经典关系不存在 → p14 内嵌音频</a:t>
            </a:r>
          </a:p>
        </p:txBody>
      </p:sp>
      <p:pic>
        <p:nvPicPr>
          <p:cNvPr id="14" name="经典合法外链优先"/>
          <p:cNvPicPr>
            <a:picLocks noChangeAspect="1"/>
          </p:cNvPicPr>
          <p:nvPr>
            <a:videoFile r:link="rIdHttpsVideo"/>
            <p:extLst>
              <p:ext uri="{DAA4B4D4-6D71-4841-9C94-3DE7FCFB9230}">
                <p14:media xmlns:p14="http://schemas.microsoft.com/office/powerpoint/2010/main" r:embed="rIdMp4">
                  <p14:trim st="100"/>
                </p14:media>
              </p:ext>
            </p:extLst>
          </p:nvPr>
        </p:nvPicPr>
        <p:blipFill>
          <a:blip r:embed="rIdPoster"/>
          <a:stretch>
            <a:fillRect/>
          </a:stretch>
        </p:blipFill>
        <p:spPr>
          <a:xfrm>
            <a:off x="381000" y="2857500"/>
            <a:ext cx="1905000" cy="1428750"/>
          </a:xfrm>
          <a:prstGeom prst="rect">
            <a:avLst/>
          </a:prstGeom>
        </p:spPr>
      </p:pic>
      <p:sp>
        <p:nvSpPr>
          <p:cNvPr id="105" name="说明 14"/>
          <p:cNvSpPr/>
          <p:nvPr/>
        </p:nvSpPr>
        <p:spPr>
          <a:xfrm>
            <a:off x="381000" y="4362450"/>
            <a:ext cx="1905000" cy="381000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sz="900">
                <a:solidFill>
                  <a:srgbClr val="404040"/>
                </a:solidFill>
              </a:rPr>
              <a:t>经典合法外链优先</a:t>
            </a:r>
          </a:p>
        </p:txBody>
      </p:sp>
      <p:pic>
        <p:nvPicPr>
          <p:cNvPr id="15" name="p14 外链优先于 p14 内嵌"/>
          <p:cNvPicPr>
            <a:picLocks noChangeAspect="1"/>
          </p:cNvPicPr>
          <p:nvPr>
            <a:audioFile r:link="rIdNullAudio"/>
            <p:extLst>
              <p:ext uri="{DAA4B4D4-6D71-4841-9C94-3DE7FCFB9230}">
                <p14:media xmlns:p14="http://schemas.microsoft.com/office/powerpoint/2010/main" r:link="rIdHttpsAudio" r:embed="rIdWav">
                  <p14:trim st="100"/>
                </p14:media>
              </p:ext>
            </p:extLst>
          </p:nvPr>
        </p:nvPicPr>
        <p:blipFill>
          <a:blip r:embed="rIdPoster"/>
          <a:stretch>
            <a:fillRect/>
          </a:stretch>
        </p:blipFill>
        <p:spPr>
          <a:xfrm>
            <a:off x="2524125" y="2857500"/>
            <a:ext cx="1905000" cy="1428750"/>
          </a:xfrm>
          <a:prstGeom prst="rect">
            <a:avLst/>
          </a:prstGeom>
        </p:spPr>
      </p:pic>
      <p:sp>
        <p:nvSpPr>
          <p:cNvPr id="106" name="说明 15"/>
          <p:cNvSpPr/>
          <p:nvPr/>
        </p:nvSpPr>
        <p:spPr>
          <a:xfrm>
            <a:off x="2524125" y="4362450"/>
            <a:ext cx="1905000" cy="381000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sz="900">
                <a:solidFill>
                  <a:srgbClr val="404040"/>
                </a:solidFill>
              </a:rPr>
              <a:t>p14 外链优先于 p14 内嵌</a:t>
            </a:r>
          </a:p>
        </p:txBody>
      </p:sp>
      <p:pic>
        <p:nvPicPr>
          <p:cNvPr id="16" name="经典相对外链 → p14 内嵌视频"/>
          <p:cNvPicPr>
            <a:picLocks noChangeAspect="1"/>
          </p:cNvPicPr>
          <p:nvPr>
            <a:videoFile r:link="rIdRelativeVideo"/>
            <p:extLst>
              <p:ext uri="{DAA4B4D4-6D71-4841-9C94-3DE7FCFB9230}">
                <p14:media xmlns:p14="http://schemas.microsoft.com/office/powerpoint/2010/main" r:embed="rIdMp4">
                  <p14:trim st="100"/>
                </p14:media>
              </p:ext>
            </p:extLst>
          </p:nvPr>
        </p:nvPicPr>
        <p:blipFill>
          <a:blip r:embed="rIdPoster"/>
          <a:stretch>
            <a:fillRect/>
          </a:stretch>
        </p:blipFill>
        <p:spPr>
          <a:xfrm>
            <a:off x="4667250" y="2857500"/>
            <a:ext cx="1905000" cy="1428750"/>
          </a:xfrm>
          <a:prstGeom prst="rect">
            <a:avLst/>
          </a:prstGeom>
        </p:spPr>
      </p:pic>
      <p:sp>
        <p:nvSpPr>
          <p:cNvPr id="107" name="说明 16"/>
          <p:cNvSpPr/>
          <p:nvPr/>
        </p:nvSpPr>
        <p:spPr>
          <a:xfrm>
            <a:off x="4667250" y="4362450"/>
            <a:ext cx="1905000" cy="381000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sz="900">
                <a:solidFill>
                  <a:srgbClr val="404040"/>
                </a:solidFill>
              </a:rPr>
              <a:t>经典相对外链 → p14 内嵌视频</a:t>
            </a:r>
          </a:p>
        </p:txBody>
      </p:sp>
      <p:pic>
        <p:nvPicPr>
          <p:cNvPr id="17" name="两路都不可用"/>
          <p:cNvPicPr>
            <a:picLocks noChangeAspect="1"/>
          </p:cNvPicPr>
          <p:nvPr>
            <a:audioFile r:link="rIdNullAudio"/>
            <p:extLst>
              <p:ext uri="{DAA4B4D4-6D71-4841-9C94-3DE7FCFB9230}">
                <p14:media xmlns:p14="http://schemas.microsoft.com/office/powerpoint/2010/main" r:embed="rIdMissingWav">
                  <p14:trim st="100"/>
                </p14:media>
              </p:ext>
            </p:extLst>
          </p:nvPr>
        </p:nvPicPr>
        <p:blipFill>
          <a:blip r:embed="rIdPoster"/>
          <a:stretch>
            <a:fillRect/>
          </a:stretch>
        </p:blipFill>
        <p:spPr>
          <a:xfrm>
            <a:off x="6810375" y="2857500"/>
            <a:ext cx="1905000" cy="1428750"/>
          </a:xfrm>
          <a:prstGeom prst="rect">
            <a:avLst/>
          </a:prstGeom>
        </p:spPr>
      </p:pic>
      <p:sp>
        <p:nvSpPr>
          <p:cNvPr id="108" name="说明 17"/>
          <p:cNvSpPr/>
          <p:nvPr/>
        </p:nvSpPr>
        <p:spPr>
          <a:xfrm>
            <a:off x="6810375" y="4362450"/>
            <a:ext cx="1905000" cy="381000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sz="900">
                <a:solidFill>
                  <a:srgbClr val="404040"/>
                </a:solidFill>
              </a:rPr>
              <a:t>两路都不可用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dia Fallback">
  <a:themeElements>
    <a:clrScheme name="Media Fallback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Media Fallback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Media Fallback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