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68000" cy="60007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ne-duplicate"/>
          <p:cNvSpPr/>
          <p:nvPr/>
        </p:nvSpPr>
        <p:spPr>
          <a:xfrm>
            <a:off x="381000" y="381000"/>
            <a:ext cx="171450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104" name="pane-duplicate"/>
          <p:cNvSpPr/>
          <p:nvPr/>
        </p:nvSpPr>
        <p:spPr>
          <a:xfrm>
            <a:off x="2476500" y="381000"/>
            <a:ext cx="1714500" cy="6667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105" name="对象 &amp; &lt;一&gt;"/>
          <p:cNvSpPr/>
          <p:nvPr/>
        </p:nvSpPr>
        <p:spPr>
          <a:xfrm>
            <a:off x="381000" y="1524000"/>
            <a:ext cx="2476500" cy="6667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特殊名</a:t>
            </a:r>
          </a:p>
        </p:txBody>
      </p:sp>
      <p:grpSp>
        <p:nvGrpSpPr>
          <p:cNvPr id="2602" name="pane-outer-group"/>
          <p:cNvGrpSpPr/>
          <p:nvPr/>
        </p:nvGrpSpPr>
        <p:grpSpPr>
          <a:xfrm>
            <a:off x="4762500" y="2381250"/>
            <a:ext cx="2476500" cy="1714500"/>
            <a:chOff x="0" y="0"/>
            <a:chExt cx="2476500" cy="1714500"/>
          </a:xfrm>
        </p:grpSpPr>
        <p:grpSp>
          <p:nvGrpSpPr>
            <p:cNvPr id="2601" name="pane-inner-group"/>
            <p:cNvGrpSpPr/>
            <p:nvPr/>
          </p:nvGrpSpPr>
          <p:grpSpPr>
            <a:xfrm>
              <a:off x="285750" y="285750"/>
              <a:ext cx="1714500" cy="1047750"/>
              <a:chOff x="0" y="0"/>
              <a:chExt cx="1714500" cy="1047750"/>
            </a:xfrm>
          </p:grpSpPr>
          <p:sp>
            <p:nvSpPr>
              <p:cNvPr id="101" name="pane-child"/>
              <p:cNvSpPr/>
              <p:nvPr/>
            </p:nvSpPr>
            <p:spPr>
              <a:xfrm>
                <a:off x="190500" y="190500"/>
                <a:ext cx="1143000" cy="5715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anchor="ctr"/>
              <a:lstStyle/>
              <a:p>
                <a:pPr algn="ctr"/>
                <a:r>
                  <a:rPr sz="900">
                    <a:solidFill>
                      <a:srgbClr val="404040"/>
                    </a:solidFill>
                  </a:rPr>
                  <a:t>child</a:t>
                </a:r>
              </a:p>
            </p:txBody>
          </p:sp>
        </p:grpSp>
        <p:sp>
          <p:nvSpPr>
            <p:cNvPr id="102" name="pane-outer-child"/>
            <p:cNvSpPr/>
            <p:nvPr/>
          </p:nvSpPr>
          <p:spPr>
            <a:xfrm>
              <a:off x="1714500" y="857250"/>
              <a:ext cx="571500" cy="476250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/>
            <a:lstStyle/>
            <a:p>
              <a:endParaRPr/>
            </a:p>
          </p:txBody>
        </p:sp>
      </p:grpSp>
      <p:graphicFrame>
        <p:nvGraphicFramePr>
          <p:cNvPr id="2603" name="pane-unknown-frame"/>
          <p:cNvGraphicFramePr/>
          <p:nvPr/>
        </p:nvGraphicFramePr>
        <p:xfrm>
          <a:off x="7810500" y="762000"/>
          <a:ext cx="1905000" cy="1143000"/>
        </p:xfrm>
        <a:graphic>
          <a:graphicData uri="urn:web-ppt:selection-pane">
            <x:payload xmlns:x="urn:web-ppt:selection-pane" keep="yes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ane-second-slide"/>
          <p:cNvSpPr/>
          <p:nvPr/>
        </p:nvSpPr>
        <p:spPr>
          <a:xfrm>
            <a:off x="952500" y="952500"/>
            <a:ext cx="2286000" cy="9525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Selection Pane">
  <a:themeElements>
    <a:clrScheme name="Editor Selection Pan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election Pan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election Pan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