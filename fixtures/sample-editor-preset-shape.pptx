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PresetLink" Type="http://schemas.openxmlformats.org/officeDocument/2006/relationships/hyperlink" Target="https://example.com/pres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reset-source">
            <a:hlinkClick r:id="rIdPresetLink"/>
          </p:cNvPr>
          <p:cNvSpPr/>
          <p:nvPr/>
        </p:nvSpPr>
        <p:spPr>
          <a:xfrm rot="600000">
            <a:off x="666750" y="762000"/>
            <a:ext cx="2476500" cy="1428750"/>
          </a:xfrm>
          <a:prstGeom prst="roundRect">
            <a:avLst>
              <a:gd name="adj" fmla="val 26000"/>
            </a:avLst>
          </a:prstGeom>
          <a:solidFill>
            <a:schemeClr val="accent1"/>
          </a:solidFill>
          <a:ln w="19050">
            <a:solidFill>
              <a:srgbClr val="17365D"/>
            </a:solidFill>
          </a:ln>
          <a:effectLst>
            <a:outerShdw blurRad="38100" dist="19050" dir="270000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/>
            <a:r>
              <a:rPr sz="1800">
                <a:solidFill>
                  <a:srgbClr val="FFFFFF"/>
                </a:solidFill>
              </a:rPr>
              <a:t>保留文字与格式</a:t>
            </a:r>
          </a:p>
        </p:txBody>
      </p:sp>
      <p:sp>
        <p:nvSpPr>
          <p:cNvPr id="102" name="preset-polar"/>
          <p:cNvSpPr/>
          <p:nvPr/>
        </p:nvSpPr>
        <p:spPr>
          <a:xfrm>
            <a:off x="3714750" y="666750"/>
            <a:ext cx="2095500" cy="1619250"/>
          </a:xfrm>
          <a:prstGeom prst="arc">
            <a:avLst>
              <a:gd name="adj1" fmla="val 1800000"/>
              <a:gd name="adj2" fmla="val 12600000"/>
            </a:avLst>
          </a:prstGeom>
          <a:noFill/>
          <a:ln w="19050">
            <a:solidFill>
              <a:srgbClr val="17365D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03" name="preset-multi"/>
          <p:cNvSpPr/>
          <p:nvPr/>
        </p:nvSpPr>
        <p:spPr>
          <a:xfrm>
            <a:off x="6381750" y="619125"/>
            <a:ext cx="2286000" cy="1714500"/>
          </a:xfrm>
          <a:prstGeom prst="blockArc">
            <a:avLst>
              <a:gd name="adj1" fmla="val 9000000"/>
              <a:gd name="adj2" fmla="val 1800000"/>
              <a:gd name="adj3" fmla="val 22000"/>
            </a:avLst>
          </a:prstGeom>
          <a:solidFill>
            <a:schemeClr val="accent4"/>
          </a:solidFill>
          <a:ln w="19050">
            <a:solidFill>
              <a:srgbClr val="17365D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04" name="preset-no-handle"/>
          <p:cNvSpPr/>
          <p:nvPr/>
        </p:nvSpPr>
        <p:spPr>
          <a:xfrm>
            <a:off x="9239250" y="857250"/>
            <a:ext cx="1809750" cy="1238250"/>
          </a:xfrm>
          <a:prstGeom prst="rect">
            <a:avLst/>
          </a:prstGeom>
          <a:solidFill>
            <a:schemeClr val="accent3"/>
          </a:solidFill>
          <a:ln w="19050">
            <a:solidFill>
              <a:srgbClr val="17365D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900" name="preset-custom"/>
          <p:cNvSpPr/>
          <p:nvPr/>
        </p:nvSpPr>
        <p:spPr>
          <a:xfrm>
            <a:off x="666750" y="2857500"/>
            <a:ext cx="2476500" cy="1428750"/>
          </a:xfrm>
          <a:custGeom>
            <a:avLst/>
            <a:gdLst/>
            <a:ahLst/>
            <a:cxnLst/>
            <a:rect l="0" t="0" r="r" b="b"/>
            <a:pathLst>
              <a:path w="260000" h="150000">
                <a:moveTo>
                  <a:pt x="0" y="150000"/>
                </a:moveTo>
                <a:lnTo>
                  <a:pt x="130000" y="0"/>
                </a:lnTo>
                <a:lnTo>
                  <a:pt x="260000" y="150000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rgbClr val="17365D"/>
            </a:solidFill>
          </a:ln>
        </p:spPr>
        <p:txBody>
          <a:bodyPr/>
          <a:lstStyle/>
          <a:p>
            <a:pPr algn="ctr"/>
            <a:r>
              <a:rPr sz="1600">
                <a:solidFill>
                  <a:srgbClr val="FFFFFF"/>
                </a:solidFill>
              </a:rPr>
              <a:t>自由形状</a:t>
            </a:r>
          </a:p>
        </p:txBody>
      </p:sp>
      <p:sp>
        <p:nvSpPr>
          <p:cNvPr id="105" name="preset-load-1"/>
          <p:cNvSpPr/>
          <p:nvPr/>
        </p:nvSpPr>
        <p:spPr>
          <a:xfrm>
            <a:off x="3714750" y="2857500"/>
            <a:ext cx="742950" cy="323850"/>
          </a:xfrm>
          <a:prstGeom prst="round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06" name="preset-load-2"/>
          <p:cNvSpPr/>
          <p:nvPr/>
        </p:nvSpPr>
        <p:spPr>
          <a:xfrm>
            <a:off x="4667250" y="2857500"/>
            <a:ext cx="742950" cy="323850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07" name="preset-load-3"/>
          <p:cNvSpPr/>
          <p:nvPr/>
        </p:nvSpPr>
        <p:spPr>
          <a:xfrm>
            <a:off x="5619750" y="2857500"/>
            <a:ext cx="742950" cy="323850"/>
          </a:xfrm>
          <a:prstGeom prst="hexagon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08" name="preset-load-4"/>
          <p:cNvSpPr/>
          <p:nvPr/>
        </p:nvSpPr>
        <p:spPr>
          <a:xfrm>
            <a:off x="6572250" y="2857500"/>
            <a:ext cx="742950" cy="323850"/>
          </a:xfrm>
          <a:prstGeom prst="round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09" name="preset-load-5"/>
          <p:cNvSpPr/>
          <p:nvPr/>
        </p:nvSpPr>
        <p:spPr>
          <a:xfrm>
            <a:off x="7524750" y="2857500"/>
            <a:ext cx="742950" cy="3238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10" name="preset-load-6"/>
          <p:cNvSpPr/>
          <p:nvPr/>
        </p:nvSpPr>
        <p:spPr>
          <a:xfrm>
            <a:off x="8477250" y="2857500"/>
            <a:ext cx="742950" cy="323850"/>
          </a:xfrm>
          <a:prstGeom prst="hexagon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11" name="preset-load-7"/>
          <p:cNvSpPr/>
          <p:nvPr/>
        </p:nvSpPr>
        <p:spPr>
          <a:xfrm>
            <a:off x="9429750" y="2857500"/>
            <a:ext cx="742950" cy="323850"/>
          </a:xfrm>
          <a:prstGeom prst="round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12" name="preset-load-8"/>
          <p:cNvSpPr/>
          <p:nvPr/>
        </p:nvSpPr>
        <p:spPr>
          <a:xfrm>
            <a:off x="10382250" y="2857500"/>
            <a:ext cx="742950" cy="323850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13" name="preset-load-9"/>
          <p:cNvSpPr/>
          <p:nvPr/>
        </p:nvSpPr>
        <p:spPr>
          <a:xfrm>
            <a:off x="3714750" y="3352800"/>
            <a:ext cx="742950" cy="323850"/>
          </a:xfrm>
          <a:prstGeom prst="hexagon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14" name="preset-load-10"/>
          <p:cNvSpPr/>
          <p:nvPr/>
        </p:nvSpPr>
        <p:spPr>
          <a:xfrm>
            <a:off x="4667250" y="3352800"/>
            <a:ext cx="742950" cy="323850"/>
          </a:xfrm>
          <a:prstGeom prst="round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15" name="preset-load-11"/>
          <p:cNvSpPr/>
          <p:nvPr/>
        </p:nvSpPr>
        <p:spPr>
          <a:xfrm>
            <a:off x="5619750" y="3352800"/>
            <a:ext cx="742950" cy="3238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16" name="preset-load-12"/>
          <p:cNvSpPr/>
          <p:nvPr/>
        </p:nvSpPr>
        <p:spPr>
          <a:xfrm>
            <a:off x="6572250" y="3352800"/>
            <a:ext cx="742950" cy="323850"/>
          </a:xfrm>
          <a:prstGeom prst="hexagon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17" name="preset-load-13"/>
          <p:cNvSpPr/>
          <p:nvPr/>
        </p:nvSpPr>
        <p:spPr>
          <a:xfrm>
            <a:off x="7524750" y="3352800"/>
            <a:ext cx="742950" cy="323850"/>
          </a:xfrm>
          <a:prstGeom prst="round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18" name="preset-load-14"/>
          <p:cNvSpPr/>
          <p:nvPr/>
        </p:nvSpPr>
        <p:spPr>
          <a:xfrm>
            <a:off x="8477250" y="3352800"/>
            <a:ext cx="742950" cy="323850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19" name="preset-load-15"/>
          <p:cNvSpPr/>
          <p:nvPr/>
        </p:nvSpPr>
        <p:spPr>
          <a:xfrm>
            <a:off x="9429750" y="3352800"/>
            <a:ext cx="742950" cy="323850"/>
          </a:xfrm>
          <a:prstGeom prst="hexagon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20" name="preset-load-16"/>
          <p:cNvSpPr/>
          <p:nvPr/>
        </p:nvSpPr>
        <p:spPr>
          <a:xfrm>
            <a:off x="10382250" y="3352800"/>
            <a:ext cx="742950" cy="323850"/>
          </a:xfrm>
          <a:prstGeom prst="round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21" name="preset-load-17"/>
          <p:cNvSpPr/>
          <p:nvPr/>
        </p:nvSpPr>
        <p:spPr>
          <a:xfrm>
            <a:off x="3714750" y="3848100"/>
            <a:ext cx="742950" cy="3238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22" name="preset-load-18"/>
          <p:cNvSpPr/>
          <p:nvPr/>
        </p:nvSpPr>
        <p:spPr>
          <a:xfrm>
            <a:off x="4667250" y="3848100"/>
            <a:ext cx="742950" cy="323850"/>
          </a:xfrm>
          <a:prstGeom prst="hexagon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23" name="preset-load-19"/>
          <p:cNvSpPr/>
          <p:nvPr/>
        </p:nvSpPr>
        <p:spPr>
          <a:xfrm>
            <a:off x="5619750" y="3848100"/>
            <a:ext cx="742950" cy="323850"/>
          </a:xfrm>
          <a:prstGeom prst="round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24" name="preset-load-20"/>
          <p:cNvSpPr/>
          <p:nvPr/>
        </p:nvSpPr>
        <p:spPr>
          <a:xfrm>
            <a:off x="6572250" y="3848100"/>
            <a:ext cx="742950" cy="323850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25" name="preset-load-21"/>
          <p:cNvSpPr/>
          <p:nvPr/>
        </p:nvSpPr>
        <p:spPr>
          <a:xfrm>
            <a:off x="7524750" y="3848100"/>
            <a:ext cx="742950" cy="323850"/>
          </a:xfrm>
          <a:prstGeom prst="hexagon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26" name="preset-load-22"/>
          <p:cNvSpPr/>
          <p:nvPr/>
        </p:nvSpPr>
        <p:spPr>
          <a:xfrm>
            <a:off x="8477250" y="3848100"/>
            <a:ext cx="742950" cy="323850"/>
          </a:xfrm>
          <a:prstGeom prst="round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27" name="preset-load-23"/>
          <p:cNvSpPr/>
          <p:nvPr/>
        </p:nvSpPr>
        <p:spPr>
          <a:xfrm>
            <a:off x="9429750" y="3848100"/>
            <a:ext cx="742950" cy="3238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28" name="preset-load-24"/>
          <p:cNvSpPr/>
          <p:nvPr/>
        </p:nvSpPr>
        <p:spPr>
          <a:xfrm>
            <a:off x="10382250" y="3848100"/>
            <a:ext cx="742950" cy="323850"/>
          </a:xfrm>
          <a:prstGeom prst="hexagon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29" name="preset-load-25"/>
          <p:cNvSpPr/>
          <p:nvPr/>
        </p:nvSpPr>
        <p:spPr>
          <a:xfrm>
            <a:off x="3714750" y="4343400"/>
            <a:ext cx="742950" cy="323850"/>
          </a:xfrm>
          <a:prstGeom prst="round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30" name="preset-load-26"/>
          <p:cNvSpPr/>
          <p:nvPr/>
        </p:nvSpPr>
        <p:spPr>
          <a:xfrm>
            <a:off x="4667250" y="4343400"/>
            <a:ext cx="742950" cy="323850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31" name="preset-load-27"/>
          <p:cNvSpPr/>
          <p:nvPr/>
        </p:nvSpPr>
        <p:spPr>
          <a:xfrm>
            <a:off x="5619750" y="4343400"/>
            <a:ext cx="742950" cy="323850"/>
          </a:xfrm>
          <a:prstGeom prst="hexagon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32" name="preset-load-28"/>
          <p:cNvSpPr/>
          <p:nvPr/>
        </p:nvSpPr>
        <p:spPr>
          <a:xfrm>
            <a:off x="6572250" y="4343400"/>
            <a:ext cx="742950" cy="323850"/>
          </a:xfrm>
          <a:prstGeom prst="round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33" name="preset-load-29"/>
          <p:cNvSpPr/>
          <p:nvPr/>
        </p:nvSpPr>
        <p:spPr>
          <a:xfrm>
            <a:off x="7524750" y="4343400"/>
            <a:ext cx="742950" cy="3238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34" name="preset-load-30"/>
          <p:cNvSpPr/>
          <p:nvPr/>
        </p:nvSpPr>
        <p:spPr>
          <a:xfrm>
            <a:off x="8477250" y="4343400"/>
            <a:ext cx="742950" cy="323850"/>
          </a:xfrm>
          <a:prstGeom prst="hexagon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35" name="preset-load-31"/>
          <p:cNvSpPr/>
          <p:nvPr/>
        </p:nvSpPr>
        <p:spPr>
          <a:xfrm>
            <a:off x="9429750" y="4343400"/>
            <a:ext cx="742950" cy="323850"/>
          </a:xfrm>
          <a:prstGeom prst="round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36" name="preset-load-32"/>
          <p:cNvSpPr/>
          <p:nvPr/>
        </p:nvSpPr>
        <p:spPr>
          <a:xfrm>
            <a:off x="10382250" y="4343400"/>
            <a:ext cx="742950" cy="323850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37" name="preset-load-33"/>
          <p:cNvSpPr/>
          <p:nvPr/>
        </p:nvSpPr>
        <p:spPr>
          <a:xfrm>
            <a:off x="3714750" y="4838700"/>
            <a:ext cx="742950" cy="323850"/>
          </a:xfrm>
          <a:prstGeom prst="hexagon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38" name="preset-load-34"/>
          <p:cNvSpPr/>
          <p:nvPr/>
        </p:nvSpPr>
        <p:spPr>
          <a:xfrm>
            <a:off x="4667250" y="4838700"/>
            <a:ext cx="742950" cy="323850"/>
          </a:xfrm>
          <a:prstGeom prst="round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39" name="preset-load-35"/>
          <p:cNvSpPr/>
          <p:nvPr/>
        </p:nvSpPr>
        <p:spPr>
          <a:xfrm>
            <a:off x="5619750" y="4838700"/>
            <a:ext cx="742950" cy="3238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40" name="preset-load-36"/>
          <p:cNvSpPr/>
          <p:nvPr/>
        </p:nvSpPr>
        <p:spPr>
          <a:xfrm>
            <a:off x="6572250" y="4838700"/>
            <a:ext cx="742950" cy="323850"/>
          </a:xfrm>
          <a:prstGeom prst="hexagon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41" name="preset-load-37"/>
          <p:cNvSpPr/>
          <p:nvPr/>
        </p:nvSpPr>
        <p:spPr>
          <a:xfrm>
            <a:off x="7524750" y="4838700"/>
            <a:ext cx="742950" cy="323850"/>
          </a:xfrm>
          <a:prstGeom prst="round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42" name="preset-load-38"/>
          <p:cNvSpPr/>
          <p:nvPr/>
        </p:nvSpPr>
        <p:spPr>
          <a:xfrm>
            <a:off x="8477250" y="4838700"/>
            <a:ext cx="742950" cy="323850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43" name="preset-load-39"/>
          <p:cNvSpPr/>
          <p:nvPr/>
        </p:nvSpPr>
        <p:spPr>
          <a:xfrm>
            <a:off x="9429750" y="4838700"/>
            <a:ext cx="742950" cy="323850"/>
          </a:xfrm>
          <a:prstGeom prst="hexagon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44" name="preset-load-40"/>
          <p:cNvSpPr/>
          <p:nvPr/>
        </p:nvSpPr>
        <p:spPr>
          <a:xfrm>
            <a:off x="10382250" y="4838700"/>
            <a:ext cx="742950" cy="323850"/>
          </a:xfrm>
          <a:prstGeom prst="round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45" name="preset-load-41"/>
          <p:cNvSpPr/>
          <p:nvPr/>
        </p:nvSpPr>
        <p:spPr>
          <a:xfrm>
            <a:off x="3714750" y="5334000"/>
            <a:ext cx="742950" cy="3238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46" name="preset-load-42"/>
          <p:cNvSpPr/>
          <p:nvPr/>
        </p:nvSpPr>
        <p:spPr>
          <a:xfrm>
            <a:off x="4667250" y="5334000"/>
            <a:ext cx="742950" cy="323850"/>
          </a:xfrm>
          <a:prstGeom prst="hexagon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47" name="preset-load-43"/>
          <p:cNvSpPr/>
          <p:nvPr/>
        </p:nvSpPr>
        <p:spPr>
          <a:xfrm>
            <a:off x="5619750" y="5334000"/>
            <a:ext cx="742950" cy="323850"/>
          </a:xfrm>
          <a:prstGeom prst="round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48" name="preset-load-44"/>
          <p:cNvSpPr/>
          <p:nvPr/>
        </p:nvSpPr>
        <p:spPr>
          <a:xfrm>
            <a:off x="6572250" y="5334000"/>
            <a:ext cx="742950" cy="323850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49" name="preset-load-45"/>
          <p:cNvSpPr/>
          <p:nvPr/>
        </p:nvSpPr>
        <p:spPr>
          <a:xfrm>
            <a:off x="7524750" y="5334000"/>
            <a:ext cx="742950" cy="323850"/>
          </a:xfrm>
          <a:prstGeom prst="hexagon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50" name="preset-load-46"/>
          <p:cNvSpPr/>
          <p:nvPr/>
        </p:nvSpPr>
        <p:spPr>
          <a:xfrm>
            <a:off x="8477250" y="5334000"/>
            <a:ext cx="742950" cy="323850"/>
          </a:xfrm>
          <a:prstGeom prst="round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51" name="preset-load-47"/>
          <p:cNvSpPr/>
          <p:nvPr/>
        </p:nvSpPr>
        <p:spPr>
          <a:xfrm>
            <a:off x="9429750" y="5334000"/>
            <a:ext cx="742950" cy="3238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52" name="preset-load-48"/>
          <p:cNvSpPr/>
          <p:nvPr/>
        </p:nvSpPr>
        <p:spPr>
          <a:xfrm>
            <a:off x="10382250" y="5334000"/>
            <a:ext cx="742950" cy="323850"/>
          </a:xfrm>
          <a:prstGeom prst="hexagon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53" name="preset-load-49"/>
          <p:cNvSpPr/>
          <p:nvPr/>
        </p:nvSpPr>
        <p:spPr>
          <a:xfrm>
            <a:off x="3714750" y="5829300"/>
            <a:ext cx="742950" cy="323850"/>
          </a:xfrm>
          <a:prstGeom prst="round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54" name="preset-load-50"/>
          <p:cNvSpPr/>
          <p:nvPr/>
        </p:nvSpPr>
        <p:spPr>
          <a:xfrm>
            <a:off x="4667250" y="5829300"/>
            <a:ext cx="742950" cy="323850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55" name="preset-load-51"/>
          <p:cNvSpPr/>
          <p:nvPr/>
        </p:nvSpPr>
        <p:spPr>
          <a:xfrm>
            <a:off x="5619750" y="5829300"/>
            <a:ext cx="742950" cy="323850"/>
          </a:xfrm>
          <a:prstGeom prst="hexagon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56" name="preset-load-52"/>
          <p:cNvSpPr/>
          <p:nvPr/>
        </p:nvSpPr>
        <p:spPr>
          <a:xfrm>
            <a:off x="6572250" y="5829300"/>
            <a:ext cx="742950" cy="323850"/>
          </a:xfrm>
          <a:prstGeom prst="round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57" name="preset-load-53"/>
          <p:cNvSpPr/>
          <p:nvPr/>
        </p:nvSpPr>
        <p:spPr>
          <a:xfrm>
            <a:off x="7524750" y="5829300"/>
            <a:ext cx="742950" cy="3238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58" name="preset-load-54"/>
          <p:cNvSpPr/>
          <p:nvPr/>
        </p:nvSpPr>
        <p:spPr>
          <a:xfrm>
            <a:off x="8477250" y="5829300"/>
            <a:ext cx="742950" cy="323850"/>
          </a:xfrm>
          <a:prstGeom prst="hexagon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59" name="preset-load-55"/>
          <p:cNvSpPr/>
          <p:nvPr/>
        </p:nvSpPr>
        <p:spPr>
          <a:xfrm>
            <a:off x="9429750" y="5829300"/>
            <a:ext cx="742950" cy="323850"/>
          </a:xfrm>
          <a:prstGeom prst="round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60" name="preset-load-56"/>
          <p:cNvSpPr/>
          <p:nvPr/>
        </p:nvSpPr>
        <p:spPr>
          <a:xfrm>
            <a:off x="10382250" y="5829300"/>
            <a:ext cx="742950" cy="323850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Preset Shape">
  <a:themeElements>
    <a:clrScheme name="Editor Preset Shap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Preset Shap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Preset Shap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