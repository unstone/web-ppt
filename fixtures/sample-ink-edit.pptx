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pict" ContentType="image/pict"/>
  <Default Extension="bin" ContentType="application/vnd.openxmlformats-officedocument.oleObject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heme/theme1.xml" ContentType="application/vnd.openxmlformats-officedocument.theme+xml"/>
  <Override PartName="/ppt/ink/ink1.xml" ContentType="application/inkml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sz="1800"/>
    </a:defPPr>
  </p:defaultTextStyle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Relationship Id="rId3" Type="http://schemas.openxmlformats.org/officeDocument/2006/relationships/slide" Target="slides/slide2.xml"/>
<Relationship Id="rId4" Type="http://schemas.openxmlformats.org/officeDocument/2006/relationships/slide" Target="slides/slide3.xml"/>
</Relationships>
</file>

<file path=ppt/drawings/_rels/vmlDrawing1.vml.rels><?xml version="1.0" encoding="UTF-8" standalone="yes"?>
<Relationships xmlns="http://schemas.openxmlformats.org/package/2006/relationships">
<Relationship Id="rId1" Type="http://schemas.openxmlformats.org/officeDocument/2006/relationships/image" Target="../media/image1.png"/>
<Relationship Id="rId2" Type="http://schemas.openxmlformats.org/officeDocument/2006/relationships/image" Target="../media/preview.pict"/>
</Relationships>
</file>

<file path=ppt/ink/ink1.xml><?xml version="1.0" encoding="utf-8"?>
<inkml:ink xmlns:inkml="http://www.w3.org/2003/InkML">
  <inkml:definitions>
    <inkml:context xml:id="ctx">
      <inkml:inkSource xml:id="device">
        <inkml:traceFormat>
          <inkml:channel name="X" type="decimal"/>
          <inkml:channel name="Y" type="decimal"/>
          <inkml:channel name="F" type="decimal"/>
        </inkml:traceFormat>
      </inkml:inkSource>
      <inkml:timestamp xml:id="time" time="0"/>
    </inkml:context>
    <inkml:brush xml:id="brush">
      <inkml:brushProperty name="width" value="4"/>
      <inkml:brushProperty name="height" value="4"/>
      <inkml:brushProperty name="color" value="#2244aa"/>
    </inkml:brush>
  </inkml:definitions>
  <inkml:traceGroup contextRef="#ctx" brushRef="#brush">
    <inkml:annotation type="text">保留识别信息</inkml:annotation>
    <inkml:trace xml:id="stroke1">100 100 0.2,'20'10'0.1,"0"0"0</inkml:trace>
    <inkml:trace xml:id="stroke2">300 300 0.6, 320 300 0.7,340 280 0.8</inkml:trace>
  </inkml:traceGroup>
  <inkml:annotationXML>
    <keep xmlns="urn:test">未知墨迹扩展</keep>
  </inkml:annotationXML>
</inkml:ink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ustomXml" Target="../ink/ink1.xml"/><Relationship Id="rId3" Type="http://schemas.openxmlformats.org/officeDocument/2006/relationships/image" Target="../media/ink-fallback.png"/></Relationships>
</file>

<file path=ppt/slides/_rels/slide2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vmlDrawing" Target="../drawings/vmlDrawing1.vml"/>
<Relationship Id="rId3" Type="http://schemas.openxmlformats.org/officeDocument/2006/relationships/oleObject" Target="../embeddings/oleObject1.bin"/>
<Relationship Id="rId4" Type="http://schemas.openxmlformats.org/officeDocument/2006/relationships/image" Target="../media/image2.png"/>
</Relationships>
</file>

<file path=ppt/slides/_rels/slide3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vmlDrawing" Target="../drawings/vmlDrawing1.vml"/>
<Relationship Id="rId3" Type="http://schemas.openxmlformats.org/officeDocument/2006/relationships/oleObject" Target="../embeddings/oleObject1.bin"/>
<Relationship Id="rId4" Type="http://schemas.openxmlformats.org/officeDocument/2006/relationships/image" Target="../media/image2.png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type="title"/>
          </p:nvPr>
        </p:nvSpPr>
        <p:spPr>
          <a:xfrm>
            <a:off x="457200" y="228600"/>
            <a:ext cx="11277600" cy="685800"/>
          </a:xfrm>
        </p:spPr>
        <p:txBody>
          <a:bodyPr anchor="ctr"/>
          <a:lstStyle/>
          <a:p>
            <a:r>
              <a:rPr sz="2400"/>
              <a:t>墨迹批注：InkML → SVG 路径</a:t>
            </a:r>
          </a:p>
        </p:txBody>
      </p:sp>
      <p:sp>
        <p:nvSpPr>
          <p:cNvPr id="106" name="caption"/>
          <p:cNvSpPr/>
          <p:nvPr/>
        </p:nvSpPr>
        <p:spPr>
          <a:xfrm>
            <a:off x="571500" y="1219200"/>
            <a:ext cx="5334000" cy="2476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1000">
                <a:solidFill>
                  <a:srgbClr val="5A6172"/>
                </a:solidFill>
              </a:rPr>
              <a:t>p14:contentPart → InkML（含差分编码 trace）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14:contentPart p14:bwMode="auto" r:id="rId2">
            <p14:nvContentPartPr>
              <p14:cNvPr id="506" name="墨迹 1"/>
              <p14:cNvContentPartPr/>
              <p14:nvPr/>
            </p14:nvContentPartPr>
            <p14:xfrm>
              <a:off x="571500" y="1619250"/>
              <a:ext cx="5334000" cy="3143250"/>
            </p14:xfrm>
          </p14:contentPart>
        </mc:Choice>
        <mc:Fallback>
          <p:pic>
            <p:nvPicPr>
              <p:cNvPr id="507" name="墨迹 1（Fallback 位图）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71500" y="1619250"/>
                <a:ext cx="5334000" cy="3143250"/>
              </a:xfrm>
              <a:prstGeom prst="rect">
                <a:avLst/>
              </a:prstGeom>
            </p:spPr>
          </p:pic>
        </mc:Fallback>
      </mc:AlternateContent>
      <p:sp>
        <p:nvSpPr>
          <p:cNvPr id="107" name="caption"/>
          <p:cNvSpPr/>
          <p:nvPr/>
        </p:nvSpPr>
        <p:spPr>
          <a:xfrm>
            <a:off x="6477000" y="1219200"/>
            <a:ext cx="4572000" cy="247650"/>
          </a:xfrm>
          <a:prstGeom prst="rect">
            <a:avLst/>
          </a:prstGeom>
          <a:noFill/>
        </p:spPr>
        <p:txBody>
          <a:bodyPr anchor="ctr"/>
          <a:lstStyle/>
          <a:p>
            <a:pPr algn="ctr"/>
            <a:r>
              <a:rPr sz="1000">
                <a:solidFill>
                  <a:srgbClr val="5A6172"/>
                </a:solidFill>
              </a:rPr>
              <a:t>InkML 缺失 → 回退 mc:Fallback 的位图</a:t>
            </a:r>
          </a:p>
        </p:txBody>
      </p:sp>
      <p:sp>
        <p:nvSpPr>
          <p:cNvPr id="108" name="note"/>
          <p:cNvSpPr/>
          <p:nvPr/>
        </p:nvSpPr>
        <p:spPr>
          <a:xfrm>
            <a:off x="6477000" y="4191000"/>
            <a:ext cx="4572000" cy="1143000"/>
          </a:xfrm>
          <a:prstGeom prst="roundRect">
            <a:avLst/>
          </a:prstGeom>
          <a:solidFill>
            <a:srgbClr val="EEF3FB"/>
          </a:solidFill>
          <a:ln w="12700">
            <a:solidFill>
              <a:srgbClr val="B9CDEA"/>
            </a:solidFill>
          </a:ln>
        </p:spPr>
        <p:txBody>
          <a:bodyPr anchor="ctr"/>
          <a:lstStyle/>
          <a:p>
            <a:pPr algn="ctr"/>
            <a:r>
              <a:rPr sz="1000">
                <a:solidFill>
                  <a:srgbClr val="3C4759"/>
                </a:solidFill>
              </a:rPr>
              <a:t>墨迹按整体包围盒等比映射进 contentPart 的框内，笔宽随之缩放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p"/>
          <p:cNvSpPr/>
          <p:nvPr/>
        </p:nvSpPr>
        <p:spPr>
          <a:xfrm>
            <a:off x="381000" y="476250"/>
            <a:ext cx="11430000" cy="57150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sz="2200" b="1">
                <a:solidFill>
                  <a:schemeClr val="tx2"/>
                </a:solidFill>
              </a:rPr>
              <a:t>OLE + 认不出的格式 → 退回占位框</a:t>
            </a:r>
          </a:p>
        </p:txBody>
      </p:sp>
      <p:graphicFrame>
        <p:nvGraphicFramePr>
          <p:cNvPr id="22" name="Object 22"/>
          <p:cNvGraphicFramePr/>
          <p:nvPr/>
        </p:nvGraphicFramePr>
        <p:xfrm>
          <a:off x="1143000" y="1524000"/>
          <a:ext cx="4381500" cy="2857500"/>
        </p:xfrm>
        <a:graphic>
          <a:graphicData uri="http://schemas.openxmlformats.org/presentationml/2006/ole">
            <p:oleObj spid="_x0000_s1027" name="Worksheet" r:id="rId3" imgW="2971800" imgH="2374900" progId="Excel.Sheet.12">
              <p:embed/>
            </p:oleObj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p"/>
          <p:cNvSpPr/>
          <p:nvPr/>
        </p:nvSpPr>
        <p:spPr>
          <a:xfrm>
            <a:off x="381000" y="476250"/>
            <a:ext cx="11430000" cy="571500"/>
          </a:xfrm>
          <a:prstGeom prst="rect">
            <a:avLst/>
          </a:prstGeom>
          <a:noFill/>
        </p:spPr>
        <p:txBody>
          <a:bodyPr anchor="ctr"/>
          <a:lstStyle/>
          <a:p>
            <a:r>
              <a:rPr sz="2200" b="1">
                <a:solidFill>
                  <a:schemeClr val="tx2"/>
                </a:solidFill>
              </a:rPr>
              <a:t>OLE + 内嵌 p:pic 预览 → 不依赖 VML</a:t>
            </a:r>
          </a:p>
        </p:txBody>
      </p:sp>
      <p:graphicFrame>
        <p:nvGraphicFramePr>
          <p:cNvPr id="23" name="Object 23"/>
          <p:cNvGraphicFramePr/>
          <p:nvPr/>
        </p:nvGraphicFramePr>
        <p:xfrm>
          <a:off x="1143000" y="1524000"/>
          <a:ext cx="4381500" cy="2857500"/>
        </p:xfrm>
        <a:graphic>
          <a:graphicData uri="http://schemas.openxmlformats.org/presentationml/2006/ole">
            <p:oleObj name="Worksheet" r:id="rId3" imgW="2971800" imgH="2374900" progId="Excel.Sheet.12">
              <p:embed/>
              <p:pic>
                <p:nvPicPr>
                  <p:cNvPr id="123" name="预览"/>
                  <p:cNvPicPr/>
                  <p:nvPr/>
                </p:nvPicPr>
                <p:blipFill>
                  <a:blip r:embed="rId4"/>
                  <a:stretch>
                    <a:fillRect/>
                  </a:stretch>
                </p:blipFill>
                <p:spPr>
                  <a:xfrm>
                    <a:off x="0" y="0"/>
                    <a:ext cx="4381500" cy="2857500"/>
                  </a:xfrm>
                  <a:prstGeom prst="rect">
                    <a:avLst/>
                  </a:prstGeom>
                </p:spPr>
              </p:pic>
            </p:oleObj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le">
  <a:themeElements>
    <a:clrScheme name="Ole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2E75B6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Ol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l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