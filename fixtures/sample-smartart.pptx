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test/colors">
  <dgm:title val=""/>
  <dgm:desc val=""/>
  <dgm:styleLbl name="node0">
    <dgm:fillClrLst meth="repeat">
      <a:schemeClr val="accent1"/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txLinClrLst/>
    <dgm:txFillClrLst/>
    <dgm:txEffectClrLst/>
    <dgm: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test/colors">
  <dgm:title val=""/>
  <dgm:desc val=""/>
  <dgm:styleLbl name="node0">
    <dgm:fillClrLst meth="repeat">
      <a:schemeClr val="accent1"/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txLinClrLst/>
    <dgm:txFillClrLst/>
    <dgm:txEffectClrLst/>
    <dgm: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test/colors">
  <dgm:title val=""/>
  <dgm:desc val=""/>
  <dgm:styleLbl name="node0">
    <dgm:fillClrLst meth="repeat">
      <a:schemeClr val="accent1"/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txLinClrLst/>
    <dgm:txFillClrLst/>
    <dgm:txEffectClrLst/>
    <dgm: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test/colors">
  <dgm:title val=""/>
  <dgm:desc val=""/>
  <dgm:styleLbl name="node0">
    <dgm:fillClrLst meth="repeat">
      <a:schemeClr val="accent1"/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txLinClrLst/>
    <dgm:txFillClrLst/>
    <dgm:txEffectClrLst/>
    <dgm: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test/colors">
  <dgm:title val=""/>
  <dgm:desc val=""/>
  <dgm:styleLbl name="node0">
    <dgm:fillClrLst meth="repeat">
      <a:schemeClr val="accent1"/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txLinClrLst/>
    <dgm:txFillClrLst/>
    <dgm:txEffectClrLst/>
    <dgm: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test/colors">
  <dgm:title val=""/>
  <dgm:desc val=""/>
  <dgm:styleLbl name="node0">
    <dgm:fillClrLst meth="repeat">
      <a:schemeClr val="accent1"/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txLinClrLst/>
    <dgm:txFillClrLst/>
    <dgm:txEffectClrLst/>
    <dgm: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test/colors">
  <dgm:title val=""/>
  <dgm:desc val=""/>
  <dgm:styleLbl name="node0">
    <dgm:fillClrLst meth="repeat">
      <a:schemeClr val="accent1"/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txLinClrLst/>
    <dgm:txFillClrLst/>
    <dgm:txEffectClrLst/>
    <dgm: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test/colors">
  <dgm:title val=""/>
  <dgm:desc val=""/>
  <dgm:styleLbl name="node0">
    <dgm:fillClrLst meth="repeat">
      <a:schemeClr val="accent1"/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txLinClrLst/>
    <dgm:txFillClrLst/>
    <dgm:txEffectClrLst/>
    <dgm: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0" type="doc">
      <dgm:prSet/>
      <dgm:spPr/>
    </dgm:pt>
    <dgm:pt modelId="n1">
      <dgm:prSet/>
      <dgm:spPr/>
      <dgm:t>
        <a:bodyPr/>
        <a:lstStyle/>
        <a:p>
          <a:r>
            <a:rPr lang="zh-CN" sz="1400"/>
            <a:t>数据A</a:t>
          </a:r>
        </a:p>
      </dgm:t>
    </dgm:pt>
    <dgm:pt modelId="n1p" type="parTrans" cxnId="cn1">
      <dgm:prSet/>
      <dgm:spPr/>
    </dgm:pt>
    <dgm:pt modelId="n1s" type="sibTrans" cxnId="cn1">
      <dgm:prSet/>
      <dgm:spPr/>
    </dgm:pt>
    <dgm:pt modelId="n2">
      <dgm:prSet/>
      <dgm:spPr/>
      <dgm:t>
        <a:bodyPr/>
        <a:lstStyle/>
        <a:p>
          <a:r>
            <a:rPr lang="zh-CN" sz="1400"/>
            <a:t>数据B</a:t>
          </a:r>
        </a:p>
      </dgm:t>
    </dgm:pt>
    <dgm:pt modelId="n2p" type="parTrans" cxnId="cn2">
      <dgm:prSet/>
      <dgm:spPr/>
    </dgm:pt>
    <dgm:pt modelId="n2s" type="sibTrans" cxnId="cn2">
      <dgm:prSet/>
      <dgm:spPr/>
    </dgm:pt>
    <dgm:pt modelId="n3">
      <dgm:prSet/>
      <dgm:spPr/>
      <dgm:t>
        <a:bodyPr/>
        <a:lstStyle/>
        <a:p>
          <a:r>
            <a:rPr lang="zh-CN" sz="1400"/>
            <a:t>数据C</a:t>
          </a:r>
        </a:p>
      </dgm:t>
    </dgm:pt>
    <dgm:pt modelId="n3p" type="parTrans" cxnId="cn3">
      <dgm:prSet/>
      <dgm:spPr/>
    </dgm:pt>
    <dgm:pt modelId="n3s" type="sibTrans" cxnId="cn3">
      <dgm:prSet/>
      <dgm:spPr/>
    </dgm:pt>
  </dgm:ptLst>
  <dgm:cxnLst>
    <dgm:cxn modelId="cn1" srcId="0" destId="n1" srcOrd="0" destOrd="0" parTransId="n1p" sibTransId="n1s"/>
    <dgm:cxn modelId="cn2" srcId="0" destId="n2" srcOrd="1" destOrd="0" parTransId="n2p" sibTransId="n2s"/>
    <dgm:cxn modelId="cn3" srcId="0" destId="n3" srcOrd="2" destOrd="0" parTransId="n3p" sibTransId="n3s"/>
    <dgm:cxn modelId="pres1" type="presOf" srcId="0" destId="n1" srcOrd="0" destOrd="0"/>
  </dgm:cxnLst>
  <dgm:bg/>
  <dgm:whole/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0" type="doc">
      <dgm:prSet/>
      <dgm:spPr/>
    </dgm:pt>
    <dgm:pt modelId="n1">
      <dgm:prSet/>
      <dgm:spPr/>
      <dgm:t>
        <a:bodyPr/>
        <a:lstStyle/>
        <a:p>
          <a:r>
            <a:rPr lang="zh-CN" sz="1400"/>
            <a:t>需求</a:t>
          </a:r>
        </a:p>
      </dgm:t>
    </dgm:pt>
    <dgm:pt modelId="n1p" type="parTrans" cxnId="cn1">
      <dgm:prSet/>
      <dgm:spPr/>
    </dgm:pt>
    <dgm:pt modelId="n1s" type="sibTrans" cxnId="cn1">
      <dgm:prSet/>
      <dgm:spPr/>
    </dgm:pt>
    <dgm:pt modelId="n2">
      <dgm:prSet/>
      <dgm:spPr/>
      <dgm:t>
        <a:bodyPr/>
        <a:lstStyle/>
        <a:p>
          <a:r>
            <a:rPr lang="zh-CN" sz="1400"/>
            <a:t>设计</a:t>
          </a:r>
        </a:p>
      </dgm:t>
    </dgm:pt>
    <dgm:pt modelId="n2p" type="parTrans" cxnId="cn2">
      <dgm:prSet/>
      <dgm:spPr/>
    </dgm:pt>
    <dgm:pt modelId="n2s" type="sibTrans" cxnId="cn2">
      <dgm:prSet/>
      <dgm:spPr/>
    </dgm:pt>
    <dgm:pt modelId="n3">
      <dgm:prSet/>
      <dgm:spPr/>
      <dgm:t>
        <a:bodyPr/>
        <a:lstStyle/>
        <a:p>
          <a:r>
            <a:rPr lang="zh-CN" sz="1400"/>
            <a:t>实现</a:t>
          </a:r>
        </a:p>
      </dgm:t>
    </dgm:pt>
    <dgm:pt modelId="n3p" type="parTrans" cxnId="cn3">
      <dgm:prSet/>
      <dgm:spPr/>
    </dgm:pt>
    <dgm:pt modelId="n3s" type="sibTrans" cxnId="cn3">
      <dgm:prSet/>
      <dgm:spPr/>
    </dgm:pt>
    <dgm:pt modelId="n4">
      <dgm:prSet/>
      <dgm:spPr/>
      <dgm:t>
        <a:bodyPr/>
        <a:lstStyle/>
        <a:p>
          <a:r>
            <a:rPr lang="zh-CN" sz="1400"/>
            <a:t>验收</a:t>
          </a:r>
        </a:p>
      </dgm:t>
    </dgm:pt>
    <dgm:pt modelId="n4p" type="parTrans" cxnId="cn4">
      <dgm:prSet/>
      <dgm:spPr/>
    </dgm:pt>
    <dgm:pt modelId="n4s" type="sibTrans" cxnId="cn4">
      <dgm:prSet/>
      <dgm:spPr/>
    </dgm:pt>
  </dgm:ptLst>
  <dgm:cxnLst>
    <dgm:cxn modelId="cn1" srcId="0" destId="n1" srcOrd="0" destOrd="0" parTransId="n1p" sibTransId="n1s"/>
    <dgm:cxn modelId="cn2" srcId="0" destId="n2" srcOrd="1" destOrd="0" parTransId="n2p" sibTransId="n2s"/>
    <dgm:cxn modelId="cn3" srcId="0" destId="n3" srcOrd="2" destOrd="0" parTransId="n3p" sibTransId="n3s"/>
    <dgm:cxn modelId="cn4" srcId="0" destId="n4" srcOrd="3" destOrd="0" parTransId="n4p" sibTransId="n4s"/>
    <dgm:cxn modelId="pres1" type="presOf" srcId="0" destId="n1" srcOrd="0" destOrd="0"/>
  </dgm:cxnLst>
  <dgm:bg/>
  <dgm:whole/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0" type="doc">
      <dgm:prSet/>
      <dgm:spPr/>
    </dgm:pt>
    <dgm:pt modelId="n1">
      <dgm:prSet/>
      <dgm:spPr/>
      <dgm:t>
        <a:bodyPr/>
        <a:lstStyle/>
        <a:p>
          <a:r>
            <a:rPr lang="zh-CN" sz="1400"/>
            <a:t>计划</a:t>
          </a:r>
        </a:p>
      </dgm:t>
    </dgm:pt>
    <dgm:pt modelId="n1p" type="parTrans" cxnId="cn1">
      <dgm:prSet/>
      <dgm:spPr/>
    </dgm:pt>
    <dgm:pt modelId="n1s" type="sibTrans" cxnId="cn1">
      <dgm:prSet/>
      <dgm:spPr/>
    </dgm:pt>
    <dgm:pt modelId="n2">
      <dgm:prSet/>
      <dgm:spPr/>
      <dgm:t>
        <a:bodyPr/>
        <a:lstStyle/>
        <a:p>
          <a:r>
            <a:rPr lang="zh-CN" sz="1400"/>
            <a:t>执行</a:t>
          </a:r>
        </a:p>
      </dgm:t>
    </dgm:pt>
    <dgm:pt modelId="n2p" type="parTrans" cxnId="cn2">
      <dgm:prSet/>
      <dgm:spPr/>
    </dgm:pt>
    <dgm:pt modelId="n2s" type="sibTrans" cxnId="cn2">
      <dgm:prSet/>
      <dgm:spPr/>
    </dgm:pt>
    <dgm:pt modelId="n3">
      <dgm:prSet/>
      <dgm:spPr/>
      <dgm:t>
        <a:bodyPr/>
        <a:lstStyle/>
        <a:p>
          <a:r>
            <a:rPr lang="zh-CN" sz="1400"/>
            <a:t>检查</a:t>
          </a:r>
        </a:p>
      </dgm:t>
    </dgm:pt>
    <dgm:pt modelId="n3p" type="parTrans" cxnId="cn3">
      <dgm:prSet/>
      <dgm:spPr/>
    </dgm:pt>
    <dgm:pt modelId="n3s" type="sibTrans" cxnId="cn3">
      <dgm:prSet/>
      <dgm:spPr/>
    </dgm:pt>
    <dgm:pt modelId="n4">
      <dgm:prSet/>
      <dgm:spPr/>
      <dgm:t>
        <a:bodyPr/>
        <a:lstStyle/>
        <a:p>
          <a:r>
            <a:rPr lang="zh-CN" sz="1400"/>
            <a:t>改进</a:t>
          </a:r>
        </a:p>
      </dgm:t>
    </dgm:pt>
    <dgm:pt modelId="n4p" type="parTrans" cxnId="cn4">
      <dgm:prSet/>
      <dgm:spPr/>
    </dgm:pt>
    <dgm:pt modelId="n4s" type="sibTrans" cxnId="cn4">
      <dgm:prSet/>
      <dgm:spPr/>
    </dgm:pt>
  </dgm:ptLst>
  <dgm:cxnLst>
    <dgm:cxn modelId="cn1" srcId="0" destId="n1" srcOrd="0" destOrd="0" parTransId="n1p" sibTransId="n1s"/>
    <dgm:cxn modelId="cn2" srcId="0" destId="n2" srcOrd="1" destOrd="0" parTransId="n2p" sibTransId="n2s"/>
    <dgm:cxn modelId="cn3" srcId="0" destId="n3" srcOrd="2" destOrd="0" parTransId="n3p" sibTransId="n3s"/>
    <dgm:cxn modelId="cn4" srcId="0" destId="n4" srcOrd="3" destOrd="0" parTransId="n4p" sibTransId="n4s"/>
    <dgm:cxn modelId="pres1" type="presOf" srcId="0" destId="n1" srcOrd="0" destOrd="0"/>
  </dgm:cxnLst>
  <dgm:bg/>
  <dgm:whole/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0" type="doc">
      <dgm:prSet/>
      <dgm:spPr/>
    </dgm:pt>
    <dgm:pt modelId="n1">
      <dgm:prSet/>
      <dgm:spPr/>
      <dgm:t>
        <a:bodyPr/>
        <a:lstStyle/>
        <a:p>
          <a:r>
            <a:rPr lang="zh-CN" sz="1400"/>
            <a:t>战略</a:t>
          </a:r>
        </a:p>
      </dgm:t>
    </dgm:pt>
    <dgm:pt modelId="n1p" type="parTrans" cxnId="cn1">
      <dgm:prSet/>
      <dgm:spPr/>
    </dgm:pt>
    <dgm:pt modelId="n1s" type="sibTrans" cxnId="cn1">
      <dgm:prSet/>
      <dgm:spPr/>
    </dgm:pt>
    <dgm:pt modelId="n2">
      <dgm:prSet/>
      <dgm:spPr/>
      <dgm:t>
        <a:bodyPr/>
        <a:lstStyle/>
        <a:p>
          <a:r>
            <a:rPr lang="zh-CN" sz="1400"/>
            <a:t>战术</a:t>
          </a:r>
        </a:p>
      </dgm:t>
    </dgm:pt>
    <dgm:pt modelId="n2p" type="parTrans" cxnId="cn2">
      <dgm:prSet/>
      <dgm:spPr/>
    </dgm:pt>
    <dgm:pt modelId="n2s" type="sibTrans" cxnId="cn2">
      <dgm:prSet/>
      <dgm:spPr/>
    </dgm:pt>
    <dgm:pt modelId="n3">
      <dgm:prSet/>
      <dgm:spPr/>
      <dgm:t>
        <a:bodyPr/>
        <a:lstStyle/>
        <a:p>
          <a:r>
            <a:rPr lang="zh-CN" sz="1400"/>
            <a:t>执行</a:t>
          </a:r>
        </a:p>
      </dgm:t>
    </dgm:pt>
    <dgm:pt modelId="n3p" type="parTrans" cxnId="cn3">
      <dgm:prSet/>
      <dgm:spPr/>
    </dgm:pt>
    <dgm:pt modelId="n3s" type="sibTrans" cxnId="cn3">
      <dgm:prSet/>
      <dgm:spPr/>
    </dgm:pt>
  </dgm:ptLst>
  <dgm:cxnLst>
    <dgm:cxn modelId="cn1" srcId="0" destId="n1" srcOrd="0" destOrd="0" parTransId="n1p" sibTransId="n1s"/>
    <dgm:cxn modelId="cn2" srcId="0" destId="n2" srcOrd="1" destOrd="0" parTransId="n2p" sibTransId="n2s"/>
    <dgm:cxn modelId="cn3" srcId="0" destId="n3" srcOrd="2" destOrd="0" parTransId="n3p" sibTransId="n3s"/>
    <dgm:cxn modelId="pres1" type="presOf" srcId="0" destId="n1" srcOrd="0" destOrd="0"/>
  </dgm:cxnLst>
  <dgm:bg/>
  <dgm:whole/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0" type="doc">
      <dgm:prSet/>
      <dgm:spPr/>
    </dgm:pt>
    <dgm:pt modelId="n1">
      <dgm:prSet/>
      <dgm:spPr/>
      <dgm:t>
        <a:bodyPr/>
        <a:lstStyle/>
        <a:p>
          <a:r>
            <a:rPr lang="zh-CN" sz="1400"/>
            <a:t>CEO</a:t>
          </a:r>
        </a:p>
      </dgm:t>
    </dgm:pt>
    <dgm:pt modelId="n1p" type="parTrans" cxnId="cn1">
      <dgm:prSet/>
      <dgm:spPr/>
    </dgm:pt>
    <dgm:pt modelId="n1s" type="sibTrans" cxnId="cn1">
      <dgm:prSet/>
      <dgm:spPr/>
    </dgm:pt>
    <dgm:pt modelId="n2">
      <dgm:prSet/>
      <dgm:spPr/>
      <dgm:t>
        <a:bodyPr/>
        <a:lstStyle/>
        <a:p>
          <a:r>
            <a:rPr lang="zh-CN" sz="1400"/>
            <a:t>研发</a:t>
          </a:r>
        </a:p>
      </dgm:t>
    </dgm:pt>
    <dgm:pt modelId="n2p" type="parTrans" cxnId="cn2">
      <dgm:prSet/>
      <dgm:spPr/>
    </dgm:pt>
    <dgm:pt modelId="n2s" type="sibTrans" cxnId="cn2">
      <dgm:prSet/>
      <dgm:spPr/>
    </dgm:pt>
    <dgm:pt modelId="n3">
      <dgm:prSet/>
      <dgm:spPr/>
      <dgm:t>
        <a:bodyPr/>
        <a:lstStyle/>
        <a:p>
          <a:r>
            <a:rPr lang="zh-CN" sz="1400"/>
            <a:t>前端</a:t>
          </a:r>
        </a:p>
      </dgm:t>
    </dgm:pt>
    <dgm:pt modelId="n3p" type="parTrans" cxnId="cn3">
      <dgm:prSet/>
      <dgm:spPr/>
    </dgm:pt>
    <dgm:pt modelId="n3s" type="sibTrans" cxnId="cn3">
      <dgm:prSet/>
      <dgm:spPr/>
    </dgm:pt>
    <dgm:pt modelId="n4">
      <dgm:prSet/>
      <dgm:spPr/>
      <dgm:t>
        <a:bodyPr/>
        <a:lstStyle/>
        <a:p>
          <a:r>
            <a:rPr lang="zh-CN" sz="1400"/>
            <a:t>后端</a:t>
          </a:r>
        </a:p>
      </dgm:t>
    </dgm:pt>
    <dgm:pt modelId="n4p" type="parTrans" cxnId="cn4">
      <dgm:prSet/>
      <dgm:spPr/>
    </dgm:pt>
    <dgm:pt modelId="n4s" type="sibTrans" cxnId="cn4">
      <dgm:prSet/>
      <dgm:spPr/>
    </dgm:pt>
    <dgm:pt modelId="n5">
      <dgm:prSet/>
      <dgm:spPr/>
      <dgm:t>
        <a:bodyPr/>
        <a:lstStyle/>
        <a:p>
          <a:r>
            <a:rPr lang="zh-CN" sz="1400"/>
            <a:t>市场</a:t>
          </a:r>
        </a:p>
      </dgm:t>
    </dgm:pt>
    <dgm:pt modelId="n5p" type="parTrans" cxnId="cn5">
      <dgm:prSet/>
      <dgm:spPr/>
    </dgm:pt>
    <dgm:pt modelId="n5s" type="sibTrans" cxnId="cn5">
      <dgm:prSet/>
      <dgm:spPr/>
    </dgm:pt>
  </dgm:ptLst>
  <dgm:cxnLst>
    <dgm:cxn modelId="cn1" srcId="0" destId="n1" srcOrd="0" destOrd="0" parTransId="n1p" sibTransId="n1s"/>
    <dgm:cxn modelId="cn2" srcId="n1" destId="n2" srcOrd="0" destOrd="0" parTransId="n2p" sibTransId="n2s"/>
    <dgm:cxn modelId="cn3" srcId="n2" destId="n3" srcOrd="0" destOrd="0" parTransId="n3p" sibTransId="n3s"/>
    <dgm:cxn modelId="cn4" srcId="n2" destId="n4" srcOrd="1" destOrd="0" parTransId="n4p" sibTransId="n4s"/>
    <dgm:cxn modelId="cn5" srcId="n1" destId="n5" srcOrd="1" destOrd="0" parTransId="n5p" sibTransId="n5s"/>
    <dgm:cxn modelId="pres1" type="presOf" srcId="0" destId="n1" srcOrd="0" destOrd="0"/>
  </dgm:cxnLst>
  <dgm:bg/>
  <dgm:whole/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0" type="doc">
      <dgm:prSet/>
      <dgm:spPr/>
    </dgm:pt>
    <dgm:pt modelId="n1">
      <dgm:prSet/>
      <dgm:spPr/>
      <dgm:t>
        <a:bodyPr/>
        <a:lstStyle/>
        <a:p>
          <a:r>
            <a:rPr lang="zh-CN" sz="1400"/>
            <a:t>第一条</a:t>
          </a:r>
        </a:p>
      </dgm:t>
    </dgm:pt>
    <dgm:pt modelId="n1p" type="parTrans" cxnId="cn1">
      <dgm:prSet/>
      <dgm:spPr/>
    </dgm:pt>
    <dgm:pt modelId="n1s" type="sibTrans" cxnId="cn1">
      <dgm:prSet/>
      <dgm:spPr/>
    </dgm:pt>
    <dgm:pt modelId="n2">
      <dgm:prSet/>
      <dgm:spPr/>
      <dgm:t>
        <a:bodyPr/>
        <a:lstStyle/>
        <a:p>
          <a:r>
            <a:rPr lang="zh-CN" sz="1400"/>
            <a:t>第二条</a:t>
          </a:r>
        </a:p>
      </dgm:t>
    </dgm:pt>
    <dgm:pt modelId="n2p" type="parTrans" cxnId="cn2">
      <dgm:prSet/>
      <dgm:spPr/>
    </dgm:pt>
    <dgm:pt modelId="n2s" type="sibTrans" cxnId="cn2">
      <dgm:prSet/>
      <dgm:spPr/>
    </dgm:pt>
    <dgm:pt modelId="n3">
      <dgm:prSet/>
      <dgm:spPr/>
      <dgm:t>
        <a:bodyPr/>
        <a:lstStyle/>
        <a:p>
          <a:r>
            <a:rPr lang="zh-CN" sz="1400"/>
            <a:t>第三条</a:t>
          </a:r>
        </a:p>
      </dgm:t>
    </dgm:pt>
    <dgm:pt modelId="n3p" type="parTrans" cxnId="cn3">
      <dgm:prSet/>
      <dgm:spPr/>
    </dgm:pt>
    <dgm:pt modelId="n3s" type="sibTrans" cxnId="cn3">
      <dgm:prSet/>
      <dgm:spPr/>
    </dgm:pt>
  </dgm:ptLst>
  <dgm:cxnLst>
    <dgm:cxn modelId="cn1" srcId="0" destId="n1" srcOrd="0" destOrd="0" parTransId="n1p" sibTransId="n1s"/>
    <dgm:cxn modelId="cn2" srcId="0" destId="n2" srcOrd="1" destOrd="0" parTransId="n2p" sibTransId="n2s"/>
    <dgm:cxn modelId="cn3" srcId="0" destId="n3" srcOrd="2" destOrd="0" parTransId="n3p" sibTransId="n3s"/>
    <dgm:cxn modelId="pres1" type="presOf" srcId="0" destId="n1" srcOrd="0" destOrd="0"/>
  </dgm:cxnLst>
  <dgm:bg/>
  <dgm:whole/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0" type="doc">
      <dgm:prSet/>
      <dgm:spPr/>
    </dgm:pt>
    <dgm:pt modelId="n1">
      <dgm:prSet/>
      <dgm:spPr/>
      <dgm:t>
        <a:bodyPr/>
        <a:lstStyle/>
        <a:p>
          <a:r>
            <a:rPr lang="zh-CN" sz="1400"/>
            <a:t>左上</a:t>
          </a:r>
        </a:p>
      </dgm:t>
    </dgm:pt>
    <dgm:pt modelId="n1p" type="parTrans" cxnId="cn1">
      <dgm:prSet/>
      <dgm:spPr/>
    </dgm:pt>
    <dgm:pt modelId="n1s" type="sibTrans" cxnId="cn1">
      <dgm:prSet/>
      <dgm:spPr/>
    </dgm:pt>
    <dgm:pt modelId="n2">
      <dgm:prSet/>
      <dgm:spPr/>
      <dgm:t>
        <a:bodyPr/>
        <a:lstStyle/>
        <a:p>
          <a:r>
            <a:rPr lang="zh-CN" sz="1400"/>
            <a:t>右上</a:t>
          </a:r>
        </a:p>
      </dgm:t>
    </dgm:pt>
    <dgm:pt modelId="n2p" type="parTrans" cxnId="cn2">
      <dgm:prSet/>
      <dgm:spPr/>
    </dgm:pt>
    <dgm:pt modelId="n2s" type="sibTrans" cxnId="cn2">
      <dgm:prSet/>
      <dgm:spPr/>
    </dgm:pt>
    <dgm:pt modelId="n3">
      <dgm:prSet/>
      <dgm:spPr/>
      <dgm:t>
        <a:bodyPr/>
        <a:lstStyle/>
        <a:p>
          <a:r>
            <a:rPr lang="zh-CN" sz="1400"/>
            <a:t>左下</a:t>
          </a:r>
        </a:p>
      </dgm:t>
    </dgm:pt>
    <dgm:pt modelId="n3p" type="parTrans" cxnId="cn3">
      <dgm:prSet/>
      <dgm:spPr/>
    </dgm:pt>
    <dgm:pt modelId="n3s" type="sibTrans" cxnId="cn3">
      <dgm:prSet/>
      <dgm:spPr/>
    </dgm:pt>
    <dgm:pt modelId="n4">
      <dgm:prSet/>
      <dgm:spPr/>
      <dgm:t>
        <a:bodyPr/>
        <a:lstStyle/>
        <a:p>
          <a:r>
            <a:rPr lang="zh-CN" sz="1400"/>
            <a:t>右下</a:t>
          </a:r>
        </a:p>
      </dgm:t>
    </dgm:pt>
    <dgm:pt modelId="n4p" type="parTrans" cxnId="cn4">
      <dgm:prSet/>
      <dgm:spPr/>
    </dgm:pt>
    <dgm:pt modelId="n4s" type="sibTrans" cxnId="cn4">
      <dgm:prSet/>
      <dgm:spPr/>
    </dgm:pt>
  </dgm:ptLst>
  <dgm:cxnLst>
    <dgm:cxn modelId="cn1" srcId="0" destId="n1" srcOrd="0" destOrd="0" parTransId="n1p" sibTransId="n1s"/>
    <dgm:cxn modelId="cn2" srcId="0" destId="n2" srcOrd="1" destOrd="0" parTransId="n2p" sibTransId="n2s"/>
    <dgm:cxn modelId="cn3" srcId="0" destId="n3" srcOrd="2" destOrd="0" parTransId="n3p" sibTransId="n3s"/>
    <dgm:cxn modelId="cn4" srcId="0" destId="n4" srcOrd="3" destOrd="0" parTransId="n4p" sibTransId="n4s"/>
    <dgm:cxn modelId="pres1" type="presOf" srcId="0" destId="n1" srcOrd="0" destOrd="0"/>
  </dgm:cxnLst>
  <dgm:bg/>
  <dgm:whole/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0" type="doc">
      <dgm:prSet/>
      <dgm:spPr/>
    </dgm:pt>
    <dgm:pt modelId="n1">
      <dgm:prSet/>
      <dgm:spPr/>
      <dgm:t>
        <a:bodyPr/>
        <a:lstStyle/>
        <a:p>
          <a:r>
            <a:rPr lang="zh-CN" sz="1400"/>
            <a:t>中心</a:t>
          </a:r>
        </a:p>
      </dgm:t>
    </dgm:pt>
    <dgm:pt modelId="n1p" type="parTrans" cxnId="cn1">
      <dgm:prSet/>
      <dgm:spPr/>
    </dgm:pt>
    <dgm:pt modelId="n1s" type="sibTrans" cxnId="cn1">
      <dgm:prSet/>
      <dgm:spPr/>
    </dgm:pt>
    <dgm:pt modelId="n2">
      <dgm:prSet/>
      <dgm:spPr/>
      <dgm:t>
        <a:bodyPr/>
        <a:lstStyle/>
        <a:p>
          <a:r>
            <a:rPr lang="zh-CN" sz="1400"/>
            <a:t>北</a:t>
          </a:r>
        </a:p>
      </dgm:t>
    </dgm:pt>
    <dgm:pt modelId="n2p" type="parTrans" cxnId="cn2">
      <dgm:prSet/>
      <dgm:spPr/>
    </dgm:pt>
    <dgm:pt modelId="n2s" type="sibTrans" cxnId="cn2">
      <dgm:prSet/>
      <dgm:spPr/>
    </dgm:pt>
    <dgm:pt modelId="n3">
      <dgm:prSet/>
      <dgm:spPr/>
      <dgm:t>
        <a:bodyPr/>
        <a:lstStyle/>
        <a:p>
          <a:r>
            <a:rPr lang="zh-CN" sz="1400"/>
            <a:t>东</a:t>
          </a:r>
        </a:p>
      </dgm:t>
    </dgm:pt>
    <dgm:pt modelId="n3p" type="parTrans" cxnId="cn3">
      <dgm:prSet/>
      <dgm:spPr/>
    </dgm:pt>
    <dgm:pt modelId="n3s" type="sibTrans" cxnId="cn3">
      <dgm:prSet/>
      <dgm:spPr/>
    </dgm:pt>
    <dgm:pt modelId="n4">
      <dgm:prSet/>
      <dgm:spPr/>
      <dgm:t>
        <a:bodyPr/>
        <a:lstStyle/>
        <a:p>
          <a:r>
            <a:rPr lang="zh-CN" sz="1400"/>
            <a:t>南</a:t>
          </a:r>
        </a:p>
      </dgm:t>
    </dgm:pt>
    <dgm:pt modelId="n4p" type="parTrans" cxnId="cn4">
      <dgm:prSet/>
      <dgm:spPr/>
    </dgm:pt>
    <dgm:pt modelId="n4s" type="sibTrans" cxnId="cn4">
      <dgm:prSet/>
      <dgm:spPr/>
    </dgm:pt>
    <dgm:pt modelId="n5">
      <dgm:prSet/>
      <dgm:spPr/>
      <dgm:t>
        <a:bodyPr/>
        <a:lstStyle/>
        <a:p>
          <a:r>
            <a:rPr lang="zh-CN" sz="1400"/>
            <a:t>西</a:t>
          </a:r>
        </a:p>
      </dgm:t>
    </dgm:pt>
    <dgm:pt modelId="n5p" type="parTrans" cxnId="cn5">
      <dgm:prSet/>
      <dgm:spPr/>
    </dgm:pt>
    <dgm:pt modelId="n5s" type="sibTrans" cxnId="cn5">
      <dgm:prSet/>
      <dgm:spPr/>
    </dgm:pt>
  </dgm:ptLst>
  <dgm:cxnLst>
    <dgm:cxn modelId="cn1" srcId="0" destId="n1" srcOrd="0" destOrd="0" parTransId="n1p" sibTransId="n1s"/>
    <dgm:cxn modelId="cn2" srcId="n1" destId="n2" srcOrd="0" destOrd="0" parTransId="n2p" sibTransId="n2s"/>
    <dgm:cxn modelId="cn3" srcId="n1" destId="n3" srcOrd="1" destOrd="0" parTransId="n3p" sibTransId="n3s"/>
    <dgm:cxn modelId="cn4" srcId="n1" destId="n4" srcOrd="2" destOrd="0" parTransId="n4p" sibTransId="n4s"/>
    <dgm:cxn modelId="cn5" srcId="n1" destId="n5" srcOrd="3" destOrd="0" parTransId="n5p" sibTransId="n5s"/>
    <dgm:cxn modelId="pres1" type="presOf" srcId="0" destId="n1" srcOrd="0" destOrd="0"/>
  </dgm:cxnLst>
  <dgm:bg/>
  <dgm:whole/>
</dgm:dataModel>
</file>

<file path=ppt/diagrams/drawing1.xml><?xml version="1.0" encoding="utf-8"?>
<dsp:drawing xmlns:dsp="http://schemas.microsoft.com/office/drawing/2008/diagram" xmlns:a="http://schemas.openxmlformats.org/drawingml/2006/main">
  <dsp:spTree>
    <dsp:nvGrpSpPr>
      <dsp:cNvPr id="0" name=""/>
      <dsp:cNvGrpSpPr/>
    </dsp:nvGrpSpPr>
    <dsp:grpSpPr/>
    <dsp:sp>
      <dsp:nvSpPr>
        <dsp:cNvPr id="1" name="cached0"/>
        <dsp:cNvSpPr/>
      </dsp:nvSpPr>
      <dsp:spPr>
        <a:xfrm>
          <a:off x="190500" y="381000"/>
          <a:ext cx="1809750" cy="1143000"/>
        </a:xfrm>
        <a:prstGeom prst="hexagon">
          <a:avLst/>
        </a:prstGeom>
        <a:solidFill>
          <a:schemeClr val="accent1"/>
        </a:solidFill>
      </dsp:spPr>
      <dsp:txBody>
        <a:bodyPr anchor="ctr"/>
        <a:lstStyle/>
        <a:p>
          <a:pPr algn="ctr"/>
          <a:r>
            <a:rPr sz="1400" b="1">
              <a:solidFill>
                <a:srgbClr val="FFFFFF"/>
              </a:solidFill>
            </a:rPr>
            <a:t>缓存A</a:t>
          </a:r>
        </a:p>
      </dsp:txBody>
    </dsp:sp>
    <dsp:sp>
      <dsp:nvSpPr>
        <dsp:cNvPr id="2" name="cached1"/>
        <dsp:cNvSpPr/>
      </dsp:nvSpPr>
      <dsp:spPr>
        <a:xfrm>
          <a:off x="2190750" y="381000"/>
          <a:ext cx="1809750" cy="1143000"/>
        </a:xfrm>
        <a:prstGeom prst="hexagon">
          <a:avLst/>
        </a:prstGeom>
        <a:solidFill>
          <a:schemeClr val="accent2"/>
        </a:solidFill>
      </dsp:spPr>
      <dsp:txBody>
        <a:bodyPr anchor="ctr"/>
        <a:lstStyle/>
        <a:p>
          <a:pPr algn="ctr"/>
          <a:r>
            <a:rPr sz="1400" b="1">
              <a:solidFill>
                <a:srgbClr val="FFFFFF"/>
              </a:solidFill>
            </a:rPr>
            <a:t>缓存B</a:t>
          </a:r>
        </a:p>
      </dsp:txBody>
    </dsp:sp>
    <dsp:sp>
      <dsp:nvSpPr>
        <dsp:cNvPr id="3" name="cached2"/>
        <dsp:cNvSpPr/>
      </dsp:nvSpPr>
      <dsp:spPr>
        <a:xfrm>
          <a:off x="4191000" y="381000"/>
          <a:ext cx="1809750" cy="1143000"/>
        </a:xfrm>
        <a:prstGeom prst="hexagon">
          <a:avLst/>
        </a:prstGeom>
        <a:solidFill>
          <a:schemeClr val="accent3"/>
        </a:solidFill>
      </dsp:spPr>
      <dsp:txBody>
        <a:bodyPr anchor="ctr"/>
        <a:lstStyle/>
        <a:p>
          <a:pPr algn="ctr"/>
          <a:r>
            <a:rPr sz="1400" b="1">
              <a:solidFill>
                <a:srgbClr val="FFFFFF"/>
              </a:solidFill>
            </a:rPr>
            <a:t>缓存C</a:t>
          </a:r>
        </a:p>
      </dsp:txBody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layoutNode name="root">
    <dgm:alg type="lin"/>
    <dgm:shape xmlns:r="http://schemas.openxmlformats.org/officeDocument/2006/relationships" type="none"/>
    <dgm:presOf/>
    <dgm:constrLst/>
    <dgm:ruleLst/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layoutNode name="root">
    <dgm:alg type="lin"/>
    <dgm:shape xmlns:r="http://schemas.openxmlformats.org/officeDocument/2006/relationships" type="none"/>
    <dgm:presOf/>
    <dgm:constrLst/>
    <dgm:ruleLst/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layoutNode name="root">
    <dgm:alg type="cycle"/>
    <dgm:shape xmlns:r="http://schemas.openxmlformats.org/officeDocument/2006/relationships" type="none"/>
    <dgm:presOf/>
    <dgm:constrLst/>
    <dgm:ruleLst/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layoutNode name="root">
    <dgm:alg type="pyra"/>
    <dgm:shape xmlns:r="http://schemas.openxmlformats.org/officeDocument/2006/relationships" type="none"/>
    <dgm:presOf/>
    <dgm:constrLst/>
    <dgm:ruleLst/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layoutNode name="root">
    <dgm:alg type="hierRoot"/>
    <dgm:shape xmlns:r="http://schemas.openxmlformats.org/officeDocument/2006/relationships" type="none"/>
    <dgm:presOf/>
    <dgm:constrLst/>
    <dgm:ruleLst/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layoutNode name="root">
    <dgm:alg type="lin">
      <dgm:param type="linDir" val="fromT"/>
    </dgm:alg>
    <dgm:shape xmlns:r="http://schemas.openxmlformats.org/officeDocument/2006/relationships" type="none"/>
    <dgm:presOf/>
    <dgm:constrLst/>
    <dgm:ruleLst/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layoutNode name="root">
    <dgm:alg type="snake"/>
    <dgm:shape xmlns:r="http://schemas.openxmlformats.org/officeDocument/2006/relationships" type="none"/>
    <dgm:presOf/>
    <dgm:constrLst/>
    <dgm:ruleLst/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layoutNode name="root">
    <dgm:alg type="sp"/>
    <dgm:shape xmlns:r="http://schemas.openxmlformats.org/officeDocument/2006/relationships" type="none"/>
    <dgm:presOf/>
    <dgm:constrLst/>
    <dgm:ruleLst/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test/style">
  <dgm:title val=""/>
  <dgm:desc val=""/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/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test/style">
  <dgm:title val=""/>
  <dgm:desc val=""/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/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test/style">
  <dgm:title val=""/>
  <dgm:desc val=""/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/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test/style">
  <dgm:title val=""/>
  <dgm:desc val=""/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/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test/style">
  <dgm:title val=""/>
  <dgm:desc val=""/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/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test/style">
  <dgm:title val=""/>
  <dgm:desc val=""/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/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test/style">
  <dgm:title val=""/>
  <dgm:desc val=""/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/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test/style">
  <dgm:title val=""/>
  <dgm:desc val=""/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/>
  </dgm:styleLbl>
</dgm:styleDef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diagramData" Target="../diagrams/data3.xml"/><Relationship Id="rId3" Type="http://schemas.openxmlformats.org/officeDocument/2006/relationships/diagramLayout" Target="../diagrams/layout3.xml"/><Relationship Id="rId4" Type="http://schemas.openxmlformats.org/officeDocument/2006/relationships/diagramQuickStyle" Target="../diagrams/quickStyle3.xml"/><Relationship Id="rId5" Type="http://schemas.openxmlformats.org/officeDocument/2006/relationships/diagramColors" Target="../diagrams/colors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diagramData" Target="../diagrams/data4.xml"/><Relationship Id="rId3" Type="http://schemas.openxmlformats.org/officeDocument/2006/relationships/diagramLayout" Target="../diagrams/layout4.xml"/><Relationship Id="rId4" Type="http://schemas.openxmlformats.org/officeDocument/2006/relationships/diagramQuickStyle" Target="../diagrams/quickStyle4.xml"/><Relationship Id="rId5" Type="http://schemas.openxmlformats.org/officeDocument/2006/relationships/diagramColors" Target="../diagrams/colors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diagramData" Target="../diagrams/data5.xml"/><Relationship Id="rId3" Type="http://schemas.openxmlformats.org/officeDocument/2006/relationships/diagramLayout" Target="../diagrams/layout5.xml"/><Relationship Id="rId4" Type="http://schemas.openxmlformats.org/officeDocument/2006/relationships/diagramQuickStyle" Target="../diagrams/quickStyle5.xml"/><Relationship Id="rId5" Type="http://schemas.openxmlformats.org/officeDocument/2006/relationships/diagramColors" Target="../diagrams/colors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diagramData" Target="../diagrams/data6.xml"/><Relationship Id="rId3" Type="http://schemas.openxmlformats.org/officeDocument/2006/relationships/diagramLayout" Target="../diagrams/layout6.xml"/><Relationship Id="rId4" Type="http://schemas.openxmlformats.org/officeDocument/2006/relationships/diagramQuickStyle" Target="../diagrams/quickStyle6.xml"/><Relationship Id="rId5" Type="http://schemas.openxmlformats.org/officeDocument/2006/relationships/diagramColors" Target="../diagrams/colors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diagramData" Target="../diagrams/data7.xml"/><Relationship Id="rId3" Type="http://schemas.openxmlformats.org/officeDocument/2006/relationships/diagramLayout" Target="../diagrams/layout7.xml"/><Relationship Id="rId4" Type="http://schemas.openxmlformats.org/officeDocument/2006/relationships/diagramQuickStyle" Target="../diagrams/quickStyle7.xml"/><Relationship Id="rId5" Type="http://schemas.openxmlformats.org/officeDocument/2006/relationships/diagramColors" Target="../diagrams/colors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diagramData" Target="../diagrams/data8.xml"/><Relationship Id="rId3" Type="http://schemas.openxmlformats.org/officeDocument/2006/relationships/diagramLayout" Target="../diagrams/layout8.xml"/><Relationship Id="rId4" Type="http://schemas.openxmlformats.org/officeDocument/2006/relationships/diagramQuickStyle" Target="../diagrams/quickStyle8.xml"/><Relationship Id="rId5" Type="http://schemas.openxmlformats.org/officeDocument/2006/relationships/diagramColors" Target="../diagrams/colors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p"/>
          <p:cNvSpPr/>
          <p:nvPr/>
        </p:nvSpPr>
        <p:spPr>
          <a:xfrm>
            <a:off x="381000" y="228600"/>
            <a:ext cx="8572500" cy="3238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1600" b="1">
                <a:solidFill>
                  <a:schemeClr val="tx2"/>
                </a:solidFill>
              </a:rPr>
              <a:t>缓存 drawing part（直接读画好的图形）</a:t>
            </a:r>
          </a:p>
        </p:txBody>
      </p:sp>
      <p:graphicFrame>
        <p:nvGraphicFramePr>
          <p:cNvPr id="500" name="SmartArt0"/>
          <p:cNvGraphicFramePr/>
          <p:nvPr/>
        </p:nvGraphicFramePr>
        <p:xfrm>
          <a:off x="1143000" y="952500"/>
          <a:ext cx="9906000" cy="495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 r:dgm="rId6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p"/>
          <p:cNvSpPr/>
          <p:nvPr/>
        </p:nvSpPr>
        <p:spPr>
          <a:xfrm>
            <a:off x="381000" y="228600"/>
            <a:ext cx="8572500" cy="3238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1600" b="1">
                <a:solidFill>
                  <a:schemeClr val="tx2"/>
                </a:solidFill>
              </a:rPr>
              <a:t>无 drawing · 线性流程（lin）</a:t>
            </a:r>
          </a:p>
        </p:txBody>
      </p:sp>
      <p:graphicFrame>
        <p:nvGraphicFramePr>
          <p:cNvPr id="501" name="SmartArt1"/>
          <p:cNvGraphicFramePr/>
          <p:nvPr/>
        </p:nvGraphicFramePr>
        <p:xfrm>
          <a:off x="1143000" y="952500"/>
          <a:ext cx="9906000" cy="495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p"/>
          <p:cNvSpPr/>
          <p:nvPr/>
        </p:nvSpPr>
        <p:spPr>
          <a:xfrm>
            <a:off x="381000" y="228600"/>
            <a:ext cx="8572500" cy="3238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1600" b="1">
                <a:solidFill>
                  <a:schemeClr val="tx2"/>
                </a:solidFill>
              </a:rPr>
              <a:t>无 drawing · 循环（cycle）</a:t>
            </a:r>
          </a:p>
        </p:txBody>
      </p:sp>
      <p:graphicFrame>
        <p:nvGraphicFramePr>
          <p:cNvPr id="502" name="SmartArt2"/>
          <p:cNvGraphicFramePr/>
          <p:nvPr/>
        </p:nvGraphicFramePr>
        <p:xfrm>
          <a:off x="1143000" y="952500"/>
          <a:ext cx="9906000" cy="495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p"/>
          <p:cNvSpPr/>
          <p:nvPr/>
        </p:nvSpPr>
        <p:spPr>
          <a:xfrm>
            <a:off x="381000" y="228600"/>
            <a:ext cx="8572500" cy="3238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1600" b="1">
                <a:solidFill>
                  <a:schemeClr val="tx2"/>
                </a:solidFill>
              </a:rPr>
              <a:t>无 drawing · 金字塔（pyra）</a:t>
            </a:r>
          </a:p>
        </p:txBody>
      </p:sp>
      <p:graphicFrame>
        <p:nvGraphicFramePr>
          <p:cNvPr id="503" name="SmartArt3"/>
          <p:cNvGraphicFramePr/>
          <p:nvPr/>
        </p:nvGraphicFramePr>
        <p:xfrm>
          <a:off x="1143000" y="952500"/>
          <a:ext cx="9906000" cy="495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p"/>
          <p:cNvSpPr/>
          <p:nvPr/>
        </p:nvSpPr>
        <p:spPr>
          <a:xfrm>
            <a:off x="381000" y="228600"/>
            <a:ext cx="8572500" cy="3238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1600" b="1">
                <a:solidFill>
                  <a:schemeClr val="tx2"/>
                </a:solidFill>
              </a:rPr>
              <a:t>无 drawing · 组织结构（hierRoot）</a:t>
            </a:r>
          </a:p>
        </p:txBody>
      </p:sp>
      <p:graphicFrame>
        <p:nvGraphicFramePr>
          <p:cNvPr id="504" name="SmartArt4"/>
          <p:cNvGraphicFramePr/>
          <p:nvPr/>
        </p:nvGraphicFramePr>
        <p:xfrm>
          <a:off x="1143000" y="952500"/>
          <a:ext cx="9906000" cy="495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p"/>
          <p:cNvSpPr/>
          <p:nvPr/>
        </p:nvSpPr>
        <p:spPr>
          <a:xfrm>
            <a:off x="381000" y="228600"/>
            <a:ext cx="8572500" cy="3238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1600" b="1">
                <a:solidFill>
                  <a:schemeClr val="tx2"/>
                </a:solidFill>
              </a:rPr>
              <a:t>无 drawing · 竖排列表（linDir=fromT）</a:t>
            </a:r>
          </a:p>
        </p:txBody>
      </p:sp>
      <p:graphicFrame>
        <p:nvGraphicFramePr>
          <p:cNvPr id="505" name="SmartArt5"/>
          <p:cNvGraphicFramePr/>
          <p:nvPr/>
        </p:nvGraphicFramePr>
        <p:xfrm>
          <a:off x="1143000" y="952500"/>
          <a:ext cx="9906000" cy="495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p"/>
          <p:cNvSpPr/>
          <p:nvPr/>
        </p:nvSpPr>
        <p:spPr>
          <a:xfrm>
            <a:off x="381000" y="228600"/>
            <a:ext cx="8572500" cy="3238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1600" b="1">
                <a:solidFill>
                  <a:schemeClr val="tx2"/>
                </a:solidFill>
              </a:rPr>
              <a:t>无 drawing · 矩阵（matrix1→snake）</a:t>
            </a:r>
          </a:p>
        </p:txBody>
      </p:sp>
      <p:graphicFrame>
        <p:nvGraphicFramePr>
          <p:cNvPr id="506" name="SmartArt6"/>
          <p:cNvGraphicFramePr/>
          <p:nvPr/>
        </p:nvGraphicFramePr>
        <p:xfrm>
          <a:off x="1143000" y="952500"/>
          <a:ext cx="9906000" cy="495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p"/>
          <p:cNvSpPr/>
          <p:nvPr/>
        </p:nvSpPr>
        <p:spPr>
          <a:xfrm>
            <a:off x="381000" y="228600"/>
            <a:ext cx="8572500" cy="3238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1600" b="1">
                <a:solidFill>
                  <a:schemeClr val="tx2"/>
                </a:solidFill>
              </a:rPr>
              <a:t>无 drawing · 径向（radial1）</a:t>
            </a:r>
          </a:p>
        </p:txBody>
      </p:sp>
      <p:graphicFrame>
        <p:nvGraphicFramePr>
          <p:cNvPr id="507" name="SmartArt7"/>
          <p:cNvGraphicFramePr/>
          <p:nvPr/>
        </p:nvGraphicFramePr>
        <p:xfrm>
          <a:off x="1143000" y="952500"/>
          <a:ext cx="9906000" cy="495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martArt">
  <a:themeElements>
    <a:clrScheme name="SmartArt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SmartAr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martAr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