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n1">
      <dgm:prSet/>
      <dgm:spPr/>
      <dgm:t>
        <a:bodyPr/>
        <a:lstStyle/>
        <a:p>
          <a:r>
            <a:rPr lang="zh-CN" sz="1400"/>
            <a:t>数据A</a:t>
          </a:r>
        </a:p>
      </dgm:t>
    </dgm:pt>
    <dgm:pt modelId="n1p" type="parTrans" cxnId="cn1">
      <dgm:prSet/>
      <dgm:spPr/>
    </dgm:pt>
    <dgm:pt modelId="n1s" type="sibTrans" cxnId="cn1">
      <dgm:prSet/>
      <dgm:spPr/>
    </dgm:pt>
    <dgm:pt modelId="n2">
      <dgm:prSet/>
      <dgm:spPr/>
      <dgm:t>
        <a:bodyPr/>
        <a:lstStyle/>
        <a:p>
          <a:r>
            <a:rPr lang="zh-CN" sz="1400"/>
            <a:t>数据B</a:t>
          </a:r>
        </a:p>
      </dgm:t>
    </dgm:pt>
    <dgm:pt modelId="n2p" type="parTrans" cxnId="cn2">
      <dgm:prSet/>
      <dgm:spPr/>
    </dgm:pt>
    <dgm:pt modelId="n2s" type="sibTrans" cxnId="cn2">
      <dgm:prSet/>
      <dgm:spPr/>
    </dgm:pt>
    <dgm:pt modelId="n3">
      <dgm:prSet/>
      <dgm:spPr/>
      <dgm:t>
        <a:bodyPr/>
        <a:lstStyle/>
        <a:p>
          <a:r>
            <a:rPr lang="zh-CN" sz="1400"/>
            <a:t>数据C</a:t>
          </a:r>
        </a:p>
      </dgm:t>
    </dgm:pt>
    <dgm:pt modelId="n3p" type="parTrans" cxnId="cn3">
      <dgm:prSet/>
      <dgm:spPr/>
    </dgm:pt>
    <dgm:pt modelId="n3s" type="sibTrans" cxnId="cn3">
      <dgm:prSet/>
      <dgm:spPr/>
    </dgm:pt>
  </dgm:ptLst>
  <dgm:cxnLst>
    <dgm:cxn modelId="cn1" srcId="0" destId="n1" srcOrd="0" destOrd="0" parTransId="n1p" sibTransId="n1s"/>
    <dgm:cxn modelId="cn2" srcId="0" destId="n2" srcOrd="1" destOrd="0" parTransId="n2p" sibTransId="n2s"/>
    <dgm:cxn modelId="cn3" srcId="0" destId="n3" srcOrd="2" destOrd="0" parTransId="n3p" sibTransId="n3s"/>
    <dgm:cxn modelId="pres1" type="presOf" srcId="0" destId="n1" srcOrd="0" destOrd="0"/>
  </dgm:cxnLst>
  <dgm:bg/>
  <dgm:whole/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n1">
      <dgm:prSet/>
      <dgm:spPr/>
      <dgm:t>
        <a:bodyPr/>
        <a:lstStyle/>
        <a:p>
          <a:r>
            <a:rPr lang="zh-CN" sz="1400"/>
            <a:t>需求</a:t>
          </a:r>
        </a:p>
      </dgm:t>
    </dgm:pt>
    <dgm:pt modelId="n1p" type="parTrans" cxnId="cn1">
      <dgm:prSet/>
      <dgm:spPr/>
    </dgm:pt>
    <dgm:pt modelId="n1s" type="sibTrans" cxnId="cn1">
      <dgm:prSet/>
      <dgm:spPr/>
    </dgm:pt>
    <dgm:pt modelId="n2">
      <dgm:prSet/>
      <dgm:spPr/>
      <dgm:t>
        <a:bodyPr/>
        <a:lstStyle/>
        <a:p>
          <a:r>
            <a:rPr lang="zh-CN" sz="1400"/>
            <a:t>设计</a:t>
          </a:r>
        </a:p>
      </dgm:t>
    </dgm:pt>
    <dgm:pt modelId="n2p" type="parTrans" cxnId="cn2">
      <dgm:prSet/>
      <dgm:spPr/>
    </dgm:pt>
    <dgm:pt modelId="n2s" type="sibTrans" cxnId="cn2">
      <dgm:prSet/>
      <dgm:spPr/>
    </dgm:pt>
    <dgm:pt modelId="n3">
      <dgm:prSet/>
      <dgm:spPr/>
      <dgm:t>
        <a:bodyPr/>
        <a:lstStyle/>
        <a:p>
          <a:r>
            <a:rPr lang="zh-CN" sz="1400"/>
            <a:t>实现</a:t>
          </a:r>
        </a:p>
      </dgm:t>
    </dgm:pt>
    <dgm:pt modelId="n3p" type="parTrans" cxnId="cn3">
      <dgm:prSet/>
      <dgm:spPr/>
    </dgm:pt>
    <dgm:pt modelId="n3s" type="sibTrans" cxnId="cn3">
      <dgm:prSet/>
      <dgm:spPr/>
    </dgm:pt>
    <dgm:pt modelId="n4">
      <dgm:prSet/>
      <dgm:spPr/>
      <dgm:t>
        <a:bodyPr/>
        <a:lstStyle/>
        <a:p>
          <a:r>
            <a:rPr lang="zh-CN" sz="1400"/>
            <a:t>验收</a:t>
          </a:r>
        </a:p>
      </dgm:t>
    </dgm:pt>
    <dgm:pt modelId="n4p" type="parTrans" cxnId="cn4">
      <dgm:prSet/>
      <dgm:spPr/>
    </dgm:pt>
    <dgm:pt modelId="n4s" type="sibTrans" cxnId="cn4">
      <dgm:prSet/>
      <dgm:spPr/>
    </dgm:pt>
  </dgm:ptLst>
  <dgm:cxnLst>
    <dgm:cxn modelId="cn1" srcId="0" destId="n1" srcOrd="0" destOrd="0" parTransId="n1p" sibTransId="n1s"/>
    <dgm:cxn modelId="cn2" srcId="0" destId="n2" srcOrd="1" destOrd="0" parTransId="n2p" sibTransId="n2s"/>
    <dgm:cxn modelId="cn3" srcId="0" destId="n3" srcOrd="2" destOrd="0" parTransId="n3p" sibTransId="n3s"/>
    <dgm:cxn modelId="cn4" srcId="0" destId="n4" srcOrd="3" destOrd="0" parTransId="n4p" sibTransId="n4s"/>
    <dgm:cxn modelId="pres1" type="presOf" srcId="0" destId="n1" srcOrd="0" destOrd="0"/>
  </dgm:cxnLst>
  <dgm:bg/>
  <dgm:whole/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n1">
      <dgm:prSet/>
      <dgm:spPr/>
      <dgm:t>
        <a:bodyPr/>
        <a:lstStyle/>
        <a:p>
          <a:r>
            <a:rPr lang="zh-CN" sz="1400"/>
            <a:t>计划</a:t>
          </a:r>
        </a:p>
      </dgm:t>
    </dgm:pt>
    <dgm:pt modelId="n1p" type="parTrans" cxnId="cn1">
      <dgm:prSet/>
      <dgm:spPr/>
    </dgm:pt>
    <dgm:pt modelId="n1s" type="sibTrans" cxnId="cn1">
      <dgm:prSet/>
      <dgm:spPr/>
    </dgm:pt>
    <dgm:pt modelId="n2">
      <dgm:prSet/>
      <dgm:spPr/>
      <dgm:t>
        <a:bodyPr/>
        <a:lstStyle/>
        <a:p>
          <a:r>
            <a:rPr lang="zh-CN" sz="1400"/>
            <a:t>执行</a:t>
          </a:r>
        </a:p>
      </dgm:t>
    </dgm:pt>
    <dgm:pt modelId="n2p" type="parTrans" cxnId="cn2">
      <dgm:prSet/>
      <dgm:spPr/>
    </dgm:pt>
    <dgm:pt modelId="n2s" type="sibTrans" cxnId="cn2">
      <dgm:prSet/>
      <dgm:spPr/>
    </dgm:pt>
    <dgm:pt modelId="n3">
      <dgm:prSet/>
      <dgm:spPr/>
      <dgm:t>
        <a:bodyPr/>
        <a:lstStyle/>
        <a:p>
          <a:r>
            <a:rPr lang="zh-CN" sz="1400"/>
            <a:t>检查</a:t>
          </a:r>
        </a:p>
      </dgm:t>
    </dgm:pt>
    <dgm:pt modelId="n3p" type="parTrans" cxnId="cn3">
      <dgm:prSet/>
      <dgm:spPr/>
    </dgm:pt>
    <dgm:pt modelId="n3s" type="sibTrans" cxnId="cn3">
      <dgm:prSet/>
      <dgm:spPr/>
    </dgm:pt>
    <dgm:pt modelId="n4">
      <dgm:prSet/>
      <dgm:spPr/>
      <dgm:t>
        <a:bodyPr/>
        <a:lstStyle/>
        <a:p>
          <a:r>
            <a:rPr lang="zh-CN" sz="1400"/>
            <a:t>改进</a:t>
          </a:r>
        </a:p>
      </dgm:t>
    </dgm:pt>
    <dgm:pt modelId="n4p" type="parTrans" cxnId="cn4">
      <dgm:prSet/>
      <dgm:spPr/>
    </dgm:pt>
    <dgm:pt modelId="n4s" type="sibTrans" cxnId="cn4">
      <dgm:prSet/>
      <dgm:spPr/>
    </dgm:pt>
  </dgm:ptLst>
  <dgm:cxnLst>
    <dgm:cxn modelId="cn1" srcId="0" destId="n1" srcOrd="0" destOrd="0" parTransId="n1p" sibTransId="n1s"/>
    <dgm:cxn modelId="cn2" srcId="0" destId="n2" srcOrd="1" destOrd="0" parTransId="n2p" sibTransId="n2s"/>
    <dgm:cxn modelId="cn3" srcId="0" destId="n3" srcOrd="2" destOrd="0" parTransId="n3p" sibTransId="n3s"/>
    <dgm:cxn modelId="cn4" srcId="0" destId="n4" srcOrd="3" destOrd="0" parTransId="n4p" sibTransId="n4s"/>
    <dgm:cxn modelId="pres1" type="presOf" srcId="0" destId="n1" srcOrd="0" destOrd="0"/>
  </dgm:cxnLst>
  <dgm:bg/>
  <dgm:whole/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n1">
      <dgm:prSet/>
      <dgm:spPr/>
      <dgm:t>
        <a:bodyPr/>
        <a:lstStyle/>
        <a:p>
          <a:r>
            <a:rPr lang="zh-CN" sz="1400"/>
            <a:t>战略</a:t>
          </a:r>
        </a:p>
      </dgm:t>
    </dgm:pt>
    <dgm:pt modelId="n1p" type="parTrans" cxnId="cn1">
      <dgm:prSet/>
      <dgm:spPr/>
    </dgm:pt>
    <dgm:pt modelId="n1s" type="sibTrans" cxnId="cn1">
      <dgm:prSet/>
      <dgm:spPr/>
    </dgm:pt>
    <dgm:pt modelId="n2">
      <dgm:prSet/>
      <dgm:spPr/>
      <dgm:t>
        <a:bodyPr/>
        <a:lstStyle/>
        <a:p>
          <a:r>
            <a:rPr lang="zh-CN" sz="1400"/>
            <a:t>战术</a:t>
          </a:r>
        </a:p>
      </dgm:t>
    </dgm:pt>
    <dgm:pt modelId="n2p" type="parTrans" cxnId="cn2">
      <dgm:prSet/>
      <dgm:spPr/>
    </dgm:pt>
    <dgm:pt modelId="n2s" type="sibTrans" cxnId="cn2">
      <dgm:prSet/>
      <dgm:spPr/>
    </dgm:pt>
    <dgm:pt modelId="n3">
      <dgm:prSet/>
      <dgm:spPr/>
      <dgm:t>
        <a:bodyPr/>
        <a:lstStyle/>
        <a:p>
          <a:r>
            <a:rPr lang="zh-CN" sz="1400"/>
            <a:t>执行</a:t>
          </a:r>
        </a:p>
      </dgm:t>
    </dgm:pt>
    <dgm:pt modelId="n3p" type="parTrans" cxnId="cn3">
      <dgm:prSet/>
      <dgm:spPr/>
    </dgm:pt>
    <dgm:pt modelId="n3s" type="sibTrans" cxnId="cn3">
      <dgm:prSet/>
      <dgm:spPr/>
    </dgm:pt>
  </dgm:ptLst>
  <dgm:cxnLst>
    <dgm:cxn modelId="cn1" srcId="0" destId="n1" srcOrd="0" destOrd="0" parTransId="n1p" sibTransId="n1s"/>
    <dgm:cxn modelId="cn2" srcId="0" destId="n2" srcOrd="1" destOrd="0" parTransId="n2p" sibTransId="n2s"/>
    <dgm:cxn modelId="cn3" srcId="0" destId="n3" srcOrd="2" destOrd="0" parTransId="n3p" sibTransId="n3s"/>
    <dgm:cxn modelId="pres1" type="presOf" srcId="0" destId="n1" srcOrd="0" destOrd="0"/>
  </dgm:cxnLst>
  <dgm:bg/>
  <dgm:whole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n1">
      <dgm:prSet/>
      <dgm:spPr/>
      <dgm:t>
        <a:bodyPr/>
        <a:lstStyle/>
        <a:p>
          <a:r>
            <a:rPr lang="zh-CN" sz="1400"/>
            <a:t>CEO</a:t>
          </a:r>
        </a:p>
      </dgm:t>
    </dgm:pt>
    <dgm:pt modelId="n1p" type="parTrans" cxnId="cn1">
      <dgm:prSet/>
      <dgm:spPr/>
    </dgm:pt>
    <dgm:pt modelId="n1s" type="sibTrans" cxnId="cn1">
      <dgm:prSet/>
      <dgm:spPr/>
    </dgm:pt>
    <dgm:pt modelId="n2">
      <dgm:prSet/>
      <dgm:spPr/>
      <dgm:t>
        <a:bodyPr/>
        <a:lstStyle/>
        <a:p>
          <a:r>
            <a:rPr lang="zh-CN" sz="1400"/>
            <a:t>研发</a:t>
          </a:r>
        </a:p>
      </dgm:t>
    </dgm:pt>
    <dgm:pt modelId="n2p" type="parTrans" cxnId="cn2">
      <dgm:prSet/>
      <dgm:spPr/>
    </dgm:pt>
    <dgm:pt modelId="n2s" type="sibTrans" cxnId="cn2">
      <dgm:prSet/>
      <dgm:spPr/>
    </dgm:pt>
    <dgm:pt modelId="n3">
      <dgm:prSet/>
      <dgm:spPr/>
      <dgm:t>
        <a:bodyPr/>
        <a:lstStyle/>
        <a:p>
          <a:r>
            <a:rPr lang="zh-CN" sz="1400"/>
            <a:t>前端</a:t>
          </a:r>
        </a:p>
      </dgm:t>
    </dgm:pt>
    <dgm:pt modelId="n3p" type="parTrans" cxnId="cn3">
      <dgm:prSet/>
      <dgm:spPr/>
    </dgm:pt>
    <dgm:pt modelId="n3s" type="sibTrans" cxnId="cn3">
      <dgm:prSet/>
      <dgm:spPr/>
    </dgm:pt>
    <dgm:pt modelId="n4">
      <dgm:prSet/>
      <dgm:spPr/>
      <dgm:t>
        <a:bodyPr/>
        <a:lstStyle/>
        <a:p>
          <a:r>
            <a:rPr lang="zh-CN" sz="1400"/>
            <a:t>后端</a:t>
          </a:r>
        </a:p>
      </dgm:t>
    </dgm:pt>
    <dgm:pt modelId="n4p" type="parTrans" cxnId="cn4">
      <dgm:prSet/>
      <dgm:spPr/>
    </dgm:pt>
    <dgm:pt modelId="n4s" type="sibTrans" cxnId="cn4">
      <dgm:prSet/>
      <dgm:spPr/>
    </dgm:pt>
    <dgm:pt modelId="n5">
      <dgm:prSet/>
      <dgm:spPr/>
      <dgm:t>
        <a:bodyPr/>
        <a:lstStyle/>
        <a:p>
          <a:r>
            <a:rPr lang="zh-CN" sz="1400"/>
            <a:t>市场</a:t>
          </a:r>
        </a:p>
      </dgm:t>
    </dgm:pt>
    <dgm:pt modelId="n5p" type="parTrans" cxnId="cn5">
      <dgm:prSet/>
      <dgm:spPr/>
    </dgm:pt>
    <dgm:pt modelId="n5s" type="sibTrans" cxnId="cn5">
      <dgm:prSet/>
      <dgm:spPr/>
    </dgm:pt>
  </dgm:ptLst>
  <dgm:cxnLst>
    <dgm:cxn modelId="cn1" srcId="0" destId="n1" srcOrd="0" destOrd="0" parTransId="n1p" sibTransId="n1s"/>
    <dgm:cxn modelId="cn2" srcId="n1" destId="n2" srcOrd="0" destOrd="0" parTransId="n2p" sibTransId="n2s"/>
    <dgm:cxn modelId="cn3" srcId="n2" destId="n3" srcOrd="0" destOrd="0" parTransId="n3p" sibTransId="n3s"/>
    <dgm:cxn modelId="cn4" srcId="n2" destId="n4" srcOrd="1" destOrd="0" parTransId="n4p" sibTransId="n4s"/>
    <dgm:cxn modelId="cn5" srcId="n1" destId="n5" srcOrd="1" destOrd="0" parTransId="n5p" sibTransId="n5s"/>
    <dgm:cxn modelId="pres1" type="presOf" srcId="0" destId="n1" srcOrd="0" destOrd="0"/>
  </dgm:cxnLst>
  <dgm:bg/>
  <dgm:whole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n1">
      <dgm:prSet/>
      <dgm:spPr/>
      <dgm:t>
        <a:bodyPr/>
        <a:lstStyle/>
        <a:p>
          <a:r>
            <a:rPr lang="zh-CN" sz="1400"/>
            <a:t>第一条</a:t>
          </a:r>
        </a:p>
      </dgm:t>
    </dgm:pt>
    <dgm:pt modelId="n1p" type="parTrans" cxnId="cn1">
      <dgm:prSet/>
      <dgm:spPr/>
    </dgm:pt>
    <dgm:pt modelId="n1s" type="sibTrans" cxnId="cn1">
      <dgm:prSet/>
      <dgm:spPr/>
    </dgm:pt>
    <dgm:pt modelId="n2">
      <dgm:prSet/>
      <dgm:spPr/>
      <dgm:t>
        <a:bodyPr/>
        <a:lstStyle/>
        <a:p>
          <a:r>
            <a:rPr lang="zh-CN" sz="1400"/>
            <a:t>第二条</a:t>
          </a:r>
        </a:p>
      </dgm:t>
    </dgm:pt>
    <dgm:pt modelId="n2p" type="parTrans" cxnId="cn2">
      <dgm:prSet/>
      <dgm:spPr/>
    </dgm:pt>
    <dgm:pt modelId="n2s" type="sibTrans" cxnId="cn2">
      <dgm:prSet/>
      <dgm:spPr/>
    </dgm:pt>
    <dgm:pt modelId="n3">
      <dgm:prSet/>
      <dgm:spPr/>
      <dgm:t>
        <a:bodyPr/>
        <a:lstStyle/>
        <a:p>
          <a:r>
            <a:rPr lang="zh-CN" sz="1400"/>
            <a:t>第三条</a:t>
          </a:r>
        </a:p>
      </dgm:t>
    </dgm:pt>
    <dgm:pt modelId="n3p" type="parTrans" cxnId="cn3">
      <dgm:prSet/>
      <dgm:spPr/>
    </dgm:pt>
    <dgm:pt modelId="n3s" type="sibTrans" cxnId="cn3">
      <dgm:prSet/>
      <dgm:spPr/>
    </dgm:pt>
  </dgm:ptLst>
  <dgm:cxnLst>
    <dgm:cxn modelId="cn1" srcId="0" destId="n1" srcOrd="0" destOrd="0" parTransId="n1p" sibTransId="n1s"/>
    <dgm:cxn modelId="cn2" srcId="0" destId="n2" srcOrd="1" destOrd="0" parTransId="n2p" sibTransId="n2s"/>
    <dgm:cxn modelId="cn3" srcId="0" destId="n3" srcOrd="2" destOrd="0" parTransId="n3p" sibTransId="n3s"/>
    <dgm:cxn modelId="pres1" type="presOf" srcId="0" destId="n1" srcOrd="0" destOrd="0"/>
  </dgm:cxnLst>
  <dgm:bg/>
  <dgm:whole/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>
      <dsp:nvSpPr>
        <dsp:cNvPr id="1" name="cached0"/>
        <dsp:cNvSpPr/>
      </dsp:nvSpPr>
      <dsp:spPr>
        <a:xfrm>
          <a:off x="190500" y="381000"/>
          <a:ext cx="1809750" cy="1143000"/>
        </a:xfrm>
        <a:prstGeom prst="hexagon">
          <a:avLst/>
        </a:prstGeom>
        <a:solidFill>
          <a:schemeClr val="accent1"/>
        </a:solidFill>
      </dsp:spPr>
      <dsp:txBody>
        <a:bodyPr anchor="ctr"/>
        <a:lstStyle/>
        <a:p>
          <a:pPr algn="ctr"/>
          <a:r>
            <a:rPr sz="1400" b="1">
              <a:solidFill>
                <a:srgbClr val="FFFFFF"/>
              </a:solidFill>
            </a:rPr>
            <a:t>缓存A</a:t>
          </a:r>
        </a:p>
      </dsp:txBody>
    </dsp:sp>
    <dsp:sp>
      <dsp:nvSpPr>
        <dsp:cNvPr id="2" name="cached1"/>
        <dsp:cNvSpPr/>
      </dsp:nvSpPr>
      <dsp:spPr>
        <a:xfrm>
          <a:off x="2190750" y="381000"/>
          <a:ext cx="1809750" cy="1143000"/>
        </a:xfrm>
        <a:prstGeom prst="hexagon">
          <a:avLst/>
        </a:prstGeom>
        <a:solidFill>
          <a:schemeClr val="accent2"/>
        </a:solidFill>
      </dsp:spPr>
      <dsp:txBody>
        <a:bodyPr anchor="ctr"/>
        <a:lstStyle/>
        <a:p>
          <a:pPr algn="ctr"/>
          <a:r>
            <a:rPr sz="1400" b="1">
              <a:solidFill>
                <a:srgbClr val="FFFFFF"/>
              </a:solidFill>
            </a:rPr>
            <a:t>缓存B</a:t>
          </a:r>
        </a:p>
      </dsp:txBody>
    </dsp:sp>
    <dsp:sp>
      <dsp:nvSpPr>
        <dsp:cNvPr id="3" name="cached2"/>
        <dsp:cNvSpPr/>
      </dsp:nvSpPr>
      <dsp:spPr>
        <a:xfrm>
          <a:off x="4191000" y="381000"/>
          <a:ext cx="1809750" cy="1143000"/>
        </a:xfrm>
        <a:prstGeom prst="hexagon">
          <a:avLst/>
        </a:prstGeom>
        <a:solidFill>
          <a:schemeClr val="accent3"/>
        </a:solidFill>
      </dsp:spPr>
      <dsp:txBody>
        <a:bodyPr anchor="ctr"/>
        <a:lstStyle/>
        <a:p>
          <a:pPr algn="ctr"/>
          <a:r>
            <a:rPr sz="1400" b="1">
              <a:solidFill>
                <a:srgbClr val="FFFFFF"/>
              </a:solidFill>
            </a:rPr>
            <a:t>缓存C</a:t>
          </a:r>
        </a:p>
      </dsp:txBody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layoutNode name="root">
    <dgm:alg type="lin"/>
    <dgm:shape xmlns:r="http://schemas.openxmlformats.org/officeDocument/2006/relationships" type="none"/>
    <dgm:presOf/>
    <dgm:constrLst/>
    <dgm:ruleLst/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layoutNode name="root">
    <dgm:alg type="lin"/>
    <dgm:shape xmlns:r="http://schemas.openxmlformats.org/officeDocument/2006/relationships" type="none"/>
    <dgm:presOf/>
    <dgm:constrLst/>
    <dgm:ruleLst/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layoutNode name="root">
    <dgm:alg type="cycle"/>
    <dgm:shape xmlns:r="http://schemas.openxmlformats.org/officeDocument/2006/relationships" type="none"/>
    <dgm:presOf/>
    <dgm:constrLst/>
    <dgm:ruleLst/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layoutNode name="root">
    <dgm:alg type="pyra"/>
    <dgm:shape xmlns:r="http://schemas.openxmlformats.org/officeDocument/2006/relationships" type="none"/>
    <dgm:presOf/>
    <dgm:constrLst/>
    <dgm:ruleLst/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layoutNode name="root">
    <dgm:alg type="hierRoot"/>
    <dgm:shape xmlns:r="http://schemas.openxmlformats.org/officeDocument/2006/relationships" type="none"/>
    <dgm:presOf/>
    <dgm:constrLst/>
    <dgm:ruleLst/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layoutNode name="root">
    <dgm:alg type="lin">
      <dgm:param type="linDir" val="fromT"/>
    </dgm:alg>
    <dgm:shape xmlns:r="http://schemas.openxmlformats.org/officeDocument/2006/relationships" type="none"/>
    <dgm:presOf/>
    <dgm:constrLst/>
    <dgm:ruleLst/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缓存 drawing part（直接读画好的图形）</a:t>
            </a:r>
          </a:p>
        </p:txBody>
      </p:sp>
      <p:graphicFrame>
        <p:nvGraphicFramePr>
          <p:cNvPr id="500" name="SmartArt0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 r:dgm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线性流程（lin）</a:t>
            </a:r>
          </a:p>
        </p:txBody>
      </p:sp>
      <p:graphicFrame>
        <p:nvGraphicFramePr>
          <p:cNvPr id="501" name="SmartArt1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循环（cycle）</a:t>
            </a:r>
          </a:p>
        </p:txBody>
      </p:sp>
      <p:graphicFrame>
        <p:nvGraphicFramePr>
          <p:cNvPr id="502" name="SmartArt2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金字塔（pyra）</a:t>
            </a:r>
          </a:p>
        </p:txBody>
      </p:sp>
      <p:graphicFrame>
        <p:nvGraphicFramePr>
          <p:cNvPr id="503" name="SmartArt3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组织结构（hierRoot）</a:t>
            </a:r>
          </a:p>
        </p:txBody>
      </p:sp>
      <p:graphicFrame>
        <p:nvGraphicFramePr>
          <p:cNvPr id="504" name="SmartArt4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竖排列表（linDir=fromT）</a:t>
            </a:r>
          </a:p>
        </p:txBody>
      </p:sp>
      <p:graphicFrame>
        <p:nvGraphicFramePr>
          <p:cNvPr id="505" name="SmartArt5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martArt">
  <a:themeElements>
    <a:clrScheme name="SmartArt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SmartAr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martAr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