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9525000" cy="5715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marquee-plain"/>
          <p:cNvSpPr/>
          <p:nvPr/>
        </p:nvSpPr>
        <p:spPr>
          <a:xfrm>
            <a:off x="952500" y="952500"/>
            <a:ext cx="1143000" cy="7620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/>
          <a:p>
            <a:endParaRPr/>
          </a:p>
        </p:txBody>
      </p:sp>
      <p:sp>
        <p:nvSpPr>
          <p:cNvPr id="102" name="marquee-rotated-flipped"/>
          <p:cNvSpPr/>
          <p:nvPr/>
        </p:nvSpPr>
        <p:spPr>
          <a:xfrm rot="1800000" flipH="1">
            <a:off x="3333750" y="952500"/>
            <a:ext cx="1143000" cy="762000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/>
          <a:p>
            <a:endParaRPr/>
          </a:p>
        </p:txBody>
      </p:sp>
      <p:grpSp>
        <p:nvGrpSpPr>
          <p:cNvPr id="902" name="marquee-outer-group"/>
          <p:cNvGrpSpPr/>
          <p:nvPr/>
        </p:nvGrpSpPr>
        <p:grpSpPr>
          <a:xfrm rot="1200000" flipV="1">
            <a:off x="6191250" y="2667000"/>
            <a:ext cx="2857500" cy="1714500"/>
            <a:chOff x="0" y="0"/>
            <a:chExt cx="1428750" cy="857250"/>
          </a:xfrm>
        </p:grpSpPr>
        <p:grpSp>
          <p:nvGrpSpPr>
            <p:cNvPr id="901" name="marquee-inner-group"/>
            <p:cNvGrpSpPr/>
            <p:nvPr/>
          </p:nvGrpSpPr>
          <p:grpSpPr>
            <a:xfrm rot="-600000" flipH="1">
              <a:off x="666750" y="190500"/>
              <a:ext cx="571500" cy="476250"/>
              <a:chOff x="0" y="0"/>
              <a:chExt cx="285750" cy="238125"/>
            </a:xfrm>
          </p:grpSpPr>
          <p:sp>
            <p:nvSpPr>
              <p:cNvPr id="103" name="marquee-nested-leaf"/>
              <p:cNvSpPr/>
              <p:nvPr/>
            </p:nvSpPr>
            <p:spPr>
              <a:xfrm flipV="1">
                <a:off x="0" y="0"/>
                <a:ext cx="285750" cy="238125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anchor="ctr"/>
              <a:lstStyle/>
              <a:p>
                <a:endParaRPr/>
              </a:p>
            </p:txBody>
          </p:sp>
        </p:grpSp>
        <p:sp>
          <p:nvSpPr>
            <p:cNvPr id="104" name="marquee-group-sibling"/>
            <p:cNvSpPr/>
            <p:nvPr/>
          </p:nvSpPr>
          <p:spPr>
            <a:xfrm rot="900000">
              <a:off x="95250" y="95250"/>
              <a:ext cx="381000" cy="285750"/>
            </a:xfrm>
            <a:prstGeom prst="rect">
              <a:avLst/>
            </a:prstGeom>
            <a:solidFill>
              <a:schemeClr val="accent2"/>
            </a:solidFill>
          </p:spPr>
          <p:txBody>
            <a:bodyPr anchor="ctr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marquee-second-slide"/>
          <p:cNvSpPr/>
          <p:nvPr/>
        </p:nvSpPr>
        <p:spPr>
          <a:xfrm>
            <a:off x="952500" y="952500"/>
            <a:ext cx="1143000" cy="762000"/>
          </a:xfrm>
          <a:prstGeom prst="rect">
            <a:avLst/>
          </a:prstGeom>
          <a:solidFill>
            <a:schemeClr val="accent4"/>
          </a:solidFill>
        </p:spPr>
        <p:txBody>
          <a:bodyPr anchor="ctr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itor Marquee">
  <a:themeElements>
    <a:clrScheme name="Editor Marquee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Editor Marque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Editor Marque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