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Video" Type="http://schemas.openxmlformats.org/officeDocument/2006/relationships/video" Target="https://example.test/video.mp4" TargetMode="Externa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p"/>
          <p:cNvSpPr/>
          <p:nvPr/>
        </p:nvSpPr>
        <p:spPr>
          <a:xfrm>
            <a:off x="381000" y="381000"/>
            <a:ext cx="2095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 cap="small">
                <a:latin typeface="WebPPT Glyph Latin"/>
              </a:rPr>
              <a:t>abc</a:t>
            </a:r>
          </a:p>
        </p:txBody>
      </p:sp>
      <p:sp>
        <p:nvSpPr>
          <p:cNvPr id="144" name="sp"/>
          <p:cNvSpPr/>
          <p:nvPr/>
        </p:nvSpPr>
        <p:spPr>
          <a:xfrm>
            <a:off x="3429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p"/>
          <p:cNvSpPr/>
          <p:nvPr/>
        </p:nvSpPr>
        <p:spPr>
          <a:xfrm>
            <a:off x="381000" y="381000"/>
            <a:ext cx="2095500" cy="952500"/>
          </a:xfrm>
          <a:prstGeom prst="rect">
            <a:avLst/>
          </a:prstGeom>
          <a:noFill/>
        </p:spPr>
        <p:txBody>
          <a:bodyPr anchor="ctr">
            <a:prstTxWarp prst="textArchUp">
              <a:avLst/>
            </a:prstTxWarp>
          </a:bodyPr>
          <a:lstStyle/>
          <a:p>
            <a:r>
              <a:rPr sz="2400">
                <a:latin typeface="WebPPT Glyph Latin"/>
              </a:rPr>
              <a:t>ABC</a:t>
            </a:r>
          </a:p>
        </p:txBody>
      </p:sp>
      <p:sp>
        <p:nvSpPr>
          <p:cNvPr id="145" name="sp"/>
          <p:cNvSpPr/>
          <p:nvPr/>
        </p:nvSpPr>
        <p:spPr>
          <a:xfrm>
            <a:off x="3429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p"/>
          <p:cNvSpPr/>
          <p:nvPr/>
        </p:nvSpPr>
        <p:spPr>
          <a:xfrm>
            <a:off x="381000" y="381000"/>
            <a:ext cx="1714500" cy="952500"/>
          </a:xfrm>
          <a:prstGeom prst="line">
            <a:avLst/>
          </a:prstGeom>
          <a:noFill/>
          <a:ln w="38100">
            <a:solidFill>
              <a:srgbClr val="1565C0"/>
            </a:solidFill>
            <a:tailEnd type="triangle" w="lg" len="lg"/>
          </a:ln>
        </p:spPr>
        <p:txBody>
          <a:bodyPr anchor="ctr"/>
          <a:lstStyle/>
          <a:p>
            <a:endParaRPr/>
          </a:p>
        </p:txBody>
      </p:sp>
      <p:sp>
        <p:nvSpPr>
          <p:cNvPr id="146" name="sp"/>
          <p:cNvSpPr/>
          <p:nvPr/>
        </p:nvSpPr>
        <p:spPr>
          <a:xfrm>
            <a:off x="3429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表格边线"/>
          <p:cNvGraphicFramePr/>
          <p:nvPr/>
        </p:nvGraphicFramePr>
        <p:xfrm>
          <a:off x="381000" y="381000"/>
          <a:ext cx="1714500" cy="952500"/>
        </p:xfrm>
        <a:graphic>
          <a:graphicData uri="http://schemas.openxmlformats.org/drawingml/2006/table">
            <a:tbl>
              <a:tblPr/>
              <a:tblGrid>
                <a:gridCol w="1714500"/>
              </a:tblGrid>
              <a:tr h="952500">
                <a:tc>
                  <a:txBody>
                    <a:bodyPr/>
                    <a:lstStyle/>
                    <a:p>
                      <a:r>
                        <a:rPr sz="2400">
                          <a:latin typeface="WebPPT Glyph Latin"/>
                          <a:ea typeface="WebPPT Glyph Chinese"/>
                        </a:rPr>
                        <a:t>ABC</a:t>
                      </a:r>
                    </a:p>
                  </a:txBody>
                  <a:tcPr>
                    <a:lnL w="38100">
                      <a:solidFill>
                        <a:srgbClr val="1565C0"/>
                      </a:solidFill>
                    </a:lnL>
                    <a:lnR w="38100">
                      <a:solidFill>
                        <a:srgbClr val="1565C0"/>
                      </a:solidFill>
                    </a:lnR>
                    <a:lnT w="38100">
                      <a:solidFill>
                        <a:srgbClr val="1565C0"/>
                      </a:solidFill>
                    </a:lnT>
                    <a:lnB w="38100">
                      <a:solidFill>
                        <a:srgbClr val="1565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7" name="sp"/>
          <p:cNvSpPr/>
          <p:nvPr/>
        </p:nvSpPr>
        <p:spPr>
          <a:xfrm>
            <a:off x="3429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视频播放标识"/>
          <p:cNvPicPr/>
          <p:nvPr>
            <a:videoFile r:link="rIdVideo"/>
          </p:nvPr>
        </p:nvPicPr>
        <p:blipFill>
          <a:blip/>
          <a:stretch>
            <a:fillRect/>
          </a:stretch>
        </p:blipFill>
        <p:spPr>
          <a:xfrm>
            <a:off x="381000" y="381000"/>
            <a:ext cx="1714500" cy="952500"/>
          </a:xfrm>
          <a:prstGeom prst="rect">
            <a:avLst/>
          </a:prstGeom>
        </p:spPr>
      </p:pic>
      <p:sp>
        <p:nvSpPr>
          <p:cNvPr id="148" name="sp"/>
          <p:cNvSpPr/>
          <p:nvPr/>
        </p:nvSpPr>
        <p:spPr>
          <a:xfrm>
            <a:off x="3429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表格边线"/>
          <p:cNvGraphicFramePr/>
          <p:nvPr/>
        </p:nvGraphicFramePr>
        <p:xfrm>
          <a:off x="381000" y="381000"/>
          <a:ext cx="1714500" cy="952500"/>
        </p:xfrm>
        <a:graphic>
          <a:graphicData uri="http://schemas.openxmlformats.org/drawingml/2006/table">
            <a:tbl>
              <a:tblPr/>
              <a:tblGrid>
                <a:gridCol w="1714500"/>
              </a:tblGrid>
              <a:tr h="952500">
                <a:tc>
                  <a:txBody>
                    <a:bodyPr/>
                    <a:lstStyle/>
                    <a:p>
                      <a:r>
                        <a:rPr sz="2400">
                          <a:latin typeface="WebPPT Glyph Latin"/>
                          <a:ea typeface="WebPPT Glyph Chinese"/>
                        </a:rPr>
                        <a:t>ABC</a:t>
                      </a:r>
                    </a:p>
                  </a:txBody>
                  <a:tcPr>
                    <a:lnL w="38100">
                      <a:solidFill>
                        <a:srgbClr val="1565C0"/>
                      </a:solidFill>
                    </a:lnL>
                    <a:lnR w="38100">
                      <a:solidFill>
                        <a:srgbClr val="1565C0"/>
                      </a:solidFill>
                    </a:lnR>
                    <a:lnT w="38100">
                      <a:solidFill>
                        <a:srgbClr val="1565C0"/>
                      </a:solidFill>
                    </a:lnT>
                    <a:lnB w="0">
                      <a:solidFill>
                        <a:srgbClr val="1565C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9" name="sp"/>
          <p:cNvSpPr/>
          <p:nvPr/>
        </p:nvSpPr>
        <p:spPr>
          <a:xfrm>
            <a:off x="3429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Coverage">
  <a:themeElements>
    <a:clrScheme name="VectorPdfCoverag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Cover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Cover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