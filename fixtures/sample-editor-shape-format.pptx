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0382250" cy="4953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0" Type="http://schemas.openxmlformats.org/officeDocument/2006/relationships/image" Target="../media/shape-format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format-inherited"/>
          <p:cNvSpPr/>
          <p:nvPr/>
        </p:nvSpPr>
        <p:spPr>
          <a:xfrm>
            <a:off x="428625" y="428625"/>
            <a:ext cx="1714500" cy="857250"/>
          </a:xfrm>
          <a:prstGeom prst="rect">
            <a:avLst/>
          </a:prstGeom>
        </p:spPr>
        <p:style>
          <a:lnRef idx="1">
            <a:schemeClr val="accent1"/>
          </a:lnRef>
          <a:fillRef idx="1">
            <a:schemeClr val="accent2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endParaRPr/>
          </a:p>
        </p:txBody>
      </p:sp>
      <p:sp>
        <p:nvSpPr>
          <p:cNvPr id="102" name="format-none"/>
          <p:cNvSpPr/>
          <p:nvPr/>
        </p:nvSpPr>
        <p:spPr>
          <a:xfrm>
            <a:off x="2381250" y="428625"/>
            <a:ext cx="1714500" cy="8572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03" name="format-alpha-solid"/>
          <p:cNvSpPr/>
          <p:nvPr/>
        </p:nvSpPr>
        <p:spPr>
          <a:xfrm>
            <a:off x="4333875" y="428625"/>
            <a:ext cx="1714500" cy="857250"/>
          </a:xfrm>
          <a:prstGeom prst="rect">
            <a:avLst/>
          </a:prstGeom>
          <a:solidFill>
            <a:srgbClr val="E11D48">
              <a:alpha val="42000"/>
            </a:srgbClr>
          </a:solidFill>
        </p:spPr>
        <p:txBody>
          <a:bodyPr anchor="ctr"/>
          <a:lstStyle/>
          <a:p>
            <a:endParaRPr/>
          </a:p>
        </p:txBody>
      </p:sp>
      <p:sp>
        <p:nvSpPr>
          <p:cNvPr id="104" name="format-linear"/>
          <p:cNvSpPr/>
          <p:nvPr/>
        </p:nvSpPr>
        <p:spPr>
          <a:xfrm>
            <a:off x="6286500" y="428625"/>
            <a:ext cx="1714500" cy="85725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45000">
                <a:srgbClr val="7C3AED">
                  <a:alpha val="65000"/>
                </a:srgbClr>
              </a:gs>
              <a:gs pos="100000">
                <a:srgbClr val="EC4899"/>
              </a:gs>
            </a:gsLst>
            <a:lin ang="2700000" scaled="1"/>
          </a:gradFill>
        </p:spPr>
        <p:txBody>
          <a:bodyPr anchor="ctr"/>
          <a:lstStyle/>
          <a:p>
            <a:endParaRPr/>
          </a:p>
        </p:txBody>
      </p:sp>
      <p:sp>
        <p:nvSpPr>
          <p:cNvPr id="105" name="format-radial"/>
          <p:cNvSpPr/>
          <p:nvPr/>
        </p:nvSpPr>
        <p:spPr>
          <a:xfrm>
            <a:off x="8239125" y="428625"/>
            <a:ext cx="1714500" cy="857250"/>
          </a:xfrm>
          <a:prstGeom prst="rect">
            <a:avLst/>
          </a:prstGeom>
          <a:gradFill rotWithShape="1">
            <a:gsLst>
              <a:gs pos="0">
                <a:srgbClr val="FEF3C7"/>
              </a:gs>
              <a:gs pos="100000">
                <a:srgbClr val="F59E0B"/>
              </a:gs>
            </a:gsLst>
            <a:path path="circle">
              <a:fillToRect l="20000" t="10000" r="20000" b="10000"/>
            </a:path>
          </a:gradFill>
        </p:spPr>
        <p:txBody>
          <a:bodyPr anchor="ctr"/>
          <a:lstStyle/>
          <a:p>
            <a:endParaRPr/>
          </a:p>
        </p:txBody>
      </p:sp>
      <p:sp>
        <p:nvSpPr>
          <p:cNvPr id="106" name="format-pattern"/>
          <p:cNvSpPr/>
          <p:nvPr/>
        </p:nvSpPr>
        <p:spPr>
          <a:xfrm>
            <a:off x="428625" y="1571625"/>
            <a:ext cx="1714500" cy="857250"/>
          </a:xfrm>
          <a:prstGeom prst="rect">
            <a:avLst/>
          </a:prstGeom>
          <a:pattFill prst="diagCross">
            <a:fgClr>
              <a:srgbClr val="0F172A"/>
            </a:fgClr>
            <a:bgClr>
              <a:srgbClr val="E2E8F0"/>
            </a:bgClr>
          </a:pattFill>
        </p:spPr>
        <p:txBody>
          <a:bodyPr anchor="ctr"/>
          <a:lstStyle/>
          <a:p>
            <a:endParaRPr/>
          </a:p>
        </p:txBody>
      </p:sp>
      <p:sp>
        <p:nvSpPr>
          <p:cNvPr id="107" name="format-image-fill"/>
          <p:cNvSpPr/>
          <p:nvPr/>
        </p:nvSpPr>
        <p:spPr>
          <a:xfrm>
            <a:off x="2381250" y="1571625"/>
            <a:ext cx="1714500" cy="857250"/>
          </a:xfrm>
          <a:prstGeom prst="rect">
            <a:avLst/>
          </a:prstGeom>
          <a:blipFill>
            <a:blip r:embed="rId20"/>
            <a:stretch>
              <a:fillRect/>
            </a:stretch>
          </a:blipFill>
        </p:spPr>
        <p:txBody>
          <a:bodyPr anchor="ctr"/>
          <a:lstStyle/>
          <a:p>
            <a:endParaRPr/>
          </a:p>
        </p:txBody>
      </p:sp>
      <p:sp>
        <p:nvSpPr>
          <p:cNvPr id="108" name="format-rich-stroke"/>
          <p:cNvSpPr/>
          <p:nvPr/>
        </p:nvSpPr>
        <p:spPr>
          <a:xfrm>
            <a:off x="4333875" y="1571625"/>
            <a:ext cx="1714500" cy="857250"/>
          </a:xfrm>
          <a:prstGeom prst="line">
            <a:avLst/>
          </a:prstGeom>
          <a:noFill/>
          <a:ln xmlns:fixture="urn:web-ppt:shape-format" fixture:token="keep-line" w="28575" cap="rnd" cmpd="dbl">
            <a:solidFill>
              <a:srgbClr val="0891B2">
                <a:alpha val="75000"/>
              </a:srgbClr>
            </a:solidFill>
            <a:prstDash val="lgDashDot"/>
            <a:bevel/>
            <a:headEnd type="triangle" w="lg" len="sm"/>
            <a:tailEnd type="diamond" w="med" len="lg"/>
            <a:extLst>
              <a:ext uri="{WEB-PPT-SHAPE-FORMAT}">
                <fixture:keep value="line-extension"/>
              </a:ext>
            </a:extLst>
          </a:ln>
        </p:spPr>
        <p:txBody>
          <a:bodyPr anchor="ctr"/>
          <a:lstStyle/>
          <a:p>
            <a:endParaRPr/>
          </a:p>
        </p:txBody>
      </p:sp>
      <p:pic>
        <p:nvPicPr>
          <p:cNvPr id="1901" name="format-picture-border"/>
          <p:cNvPicPr/>
          <p:nvPr/>
        </p:nvPicPr>
        <p:blipFill>
          <a:blip r:embed="rId20"/>
          <a:stretch>
            <a:fillRect/>
          </a:stretch>
        </p:blipFill>
        <p:spPr>
          <a:xfrm>
            <a:off x="6286500" y="1571625"/>
            <a:ext cx="1714500" cy="857250"/>
          </a:xfrm>
          <a:prstGeom prst="rect">
            <a:avLst/>
          </a:prstGeom>
          <a:ln w="19050">
            <a:solidFill>
              <a:srgbClr val="15803D"/>
            </a:solidFill>
          </a:ln>
        </p:spPr>
      </p:pic>
      <p:grpSp>
        <p:nvGrpSpPr>
          <p:cNvPr id="1902" name="format-group"/>
          <p:cNvGrpSpPr/>
          <p:nvPr/>
        </p:nvGrpSpPr>
        <p:grpSpPr>
          <a:xfrm>
            <a:off x="8239125" y="1571625"/>
            <a:ext cx="1714500" cy="857250"/>
            <a:chOff x="0" y="0"/>
            <a:chExt cx="1714500" cy="857250"/>
          </a:xfrm>
        </p:grpSpPr>
        <p:sp>
          <p:nvSpPr>
            <p:cNvPr id="109" name="format-nested-leaf"/>
            <p:cNvSpPr/>
            <p:nvPr/>
          </p:nvSpPr>
          <p:spPr>
            <a:xfrm>
              <a:off x="142875" y="142875"/>
              <a:ext cx="1428750" cy="571500"/>
            </a:xfrm>
            <a:prstGeom prst="rect">
              <a:avLst/>
            </a:prstGeom>
            <a:solidFill>
              <a:srgbClr val="70AD47"/>
            </a:solidFill>
          </p:spPr>
          <p:txBody>
            <a:bodyPr anchor="ctr"/>
            <a:lstStyle/>
            <a:p>
              <a:endParaRPr/>
            </a:p>
          </p:txBody>
        </p:sp>
      </p:grpSp>
      <p:sp>
        <p:nvSpPr>
          <p:cNvPr id="110" name="format-dash-dash"/>
          <p:cNvSpPr/>
          <p:nvPr/>
        </p:nvSpPr>
        <p:spPr>
          <a:xfrm>
            <a:off x="428625" y="2714625"/>
            <a:ext cx="1714500" cy="333375"/>
          </a:xfrm>
          <a:prstGeom prst="rect">
            <a:avLst/>
          </a:prstGeom>
          <a:noFill/>
          <a:ln w="19050">
            <a:solidFill>
              <a:srgbClr val="334155"/>
            </a:solidFill>
            <a:prstDash val="dash"/>
          </a:ln>
        </p:spPr>
        <p:txBody>
          <a:bodyPr anchor="ctr"/>
          <a:lstStyle/>
          <a:p>
            <a:endParaRPr/>
          </a:p>
        </p:txBody>
      </p:sp>
      <p:sp>
        <p:nvSpPr>
          <p:cNvPr id="111" name="format-dash-dashDot"/>
          <p:cNvSpPr/>
          <p:nvPr/>
        </p:nvSpPr>
        <p:spPr>
          <a:xfrm>
            <a:off x="2381250" y="2714625"/>
            <a:ext cx="1714500" cy="333375"/>
          </a:xfrm>
          <a:prstGeom prst="rect">
            <a:avLst/>
          </a:prstGeom>
          <a:noFill/>
          <a:ln w="19050">
            <a:solidFill>
              <a:srgbClr val="334155"/>
            </a:solidFill>
            <a:prstDash val="dashDot"/>
          </a:ln>
        </p:spPr>
        <p:txBody>
          <a:bodyPr anchor="ctr"/>
          <a:lstStyle/>
          <a:p>
            <a:endParaRPr/>
          </a:p>
        </p:txBody>
      </p:sp>
      <p:sp>
        <p:nvSpPr>
          <p:cNvPr id="112" name="format-dash-dot"/>
          <p:cNvSpPr/>
          <p:nvPr/>
        </p:nvSpPr>
        <p:spPr>
          <a:xfrm>
            <a:off x="4333875" y="2714625"/>
            <a:ext cx="1714500" cy="333375"/>
          </a:xfrm>
          <a:prstGeom prst="rect">
            <a:avLst/>
          </a:prstGeom>
          <a:noFill/>
          <a:ln w="19050">
            <a:solidFill>
              <a:srgbClr val="334155"/>
            </a:solidFill>
            <a:prstDash val="dot"/>
          </a:ln>
        </p:spPr>
        <p:txBody>
          <a:bodyPr anchor="ctr"/>
          <a:lstStyle/>
          <a:p>
            <a:endParaRPr/>
          </a:p>
        </p:txBody>
      </p:sp>
      <p:sp>
        <p:nvSpPr>
          <p:cNvPr id="113" name="format-dash-lgDash"/>
          <p:cNvSpPr/>
          <p:nvPr/>
        </p:nvSpPr>
        <p:spPr>
          <a:xfrm>
            <a:off x="6286500" y="2714625"/>
            <a:ext cx="1714500" cy="333375"/>
          </a:xfrm>
          <a:prstGeom prst="rect">
            <a:avLst/>
          </a:prstGeom>
          <a:noFill/>
          <a:ln w="19050">
            <a:solidFill>
              <a:srgbClr val="334155"/>
            </a:solidFill>
            <a:prstDash val="lgDash"/>
          </a:ln>
        </p:spPr>
        <p:txBody>
          <a:bodyPr anchor="ctr"/>
          <a:lstStyle/>
          <a:p>
            <a:endParaRPr/>
          </a:p>
        </p:txBody>
      </p:sp>
      <p:sp>
        <p:nvSpPr>
          <p:cNvPr id="114" name="format-dash-lgDashDot"/>
          <p:cNvSpPr/>
          <p:nvPr/>
        </p:nvSpPr>
        <p:spPr>
          <a:xfrm>
            <a:off x="8239125" y="2714625"/>
            <a:ext cx="1714500" cy="333375"/>
          </a:xfrm>
          <a:prstGeom prst="rect">
            <a:avLst/>
          </a:prstGeom>
          <a:noFill/>
          <a:ln w="19050">
            <a:solidFill>
              <a:srgbClr val="334155"/>
            </a:solidFill>
            <a:prstDash val="lgDashDot"/>
          </a:ln>
        </p:spPr>
        <p:txBody>
          <a:bodyPr anchor="ctr"/>
          <a:lstStyle/>
          <a:p>
            <a:endParaRPr/>
          </a:p>
        </p:txBody>
      </p:sp>
      <p:sp>
        <p:nvSpPr>
          <p:cNvPr id="115" name="format-dash-lgDashDotDot"/>
          <p:cNvSpPr/>
          <p:nvPr/>
        </p:nvSpPr>
        <p:spPr>
          <a:xfrm>
            <a:off x="428625" y="3238500"/>
            <a:ext cx="1714500" cy="333375"/>
          </a:xfrm>
          <a:prstGeom prst="rect">
            <a:avLst/>
          </a:prstGeom>
          <a:noFill/>
          <a:ln w="19050">
            <a:solidFill>
              <a:srgbClr val="334155"/>
            </a:solidFill>
            <a:prstDash val="lgDashDotDot"/>
          </a:ln>
        </p:spPr>
        <p:txBody>
          <a:bodyPr anchor="ctr"/>
          <a:lstStyle/>
          <a:p>
            <a:endParaRPr/>
          </a:p>
        </p:txBody>
      </p:sp>
      <p:sp>
        <p:nvSpPr>
          <p:cNvPr id="116" name="format-dash-sysDash"/>
          <p:cNvSpPr/>
          <p:nvPr/>
        </p:nvSpPr>
        <p:spPr>
          <a:xfrm>
            <a:off x="2381250" y="3238500"/>
            <a:ext cx="1714500" cy="333375"/>
          </a:xfrm>
          <a:prstGeom prst="rect">
            <a:avLst/>
          </a:prstGeom>
          <a:noFill/>
          <a:ln w="19050">
            <a:solidFill>
              <a:srgbClr val="334155"/>
            </a:solidFill>
            <a:prstDash val="sysDash"/>
          </a:ln>
        </p:spPr>
        <p:txBody>
          <a:bodyPr anchor="ctr"/>
          <a:lstStyle/>
          <a:p>
            <a:endParaRPr/>
          </a:p>
        </p:txBody>
      </p:sp>
      <p:sp>
        <p:nvSpPr>
          <p:cNvPr id="117" name="format-dash-sysDashDot"/>
          <p:cNvSpPr/>
          <p:nvPr/>
        </p:nvSpPr>
        <p:spPr>
          <a:xfrm>
            <a:off x="4333875" y="3238500"/>
            <a:ext cx="1714500" cy="333375"/>
          </a:xfrm>
          <a:prstGeom prst="rect">
            <a:avLst/>
          </a:prstGeom>
          <a:noFill/>
          <a:ln w="19050">
            <a:solidFill>
              <a:srgbClr val="334155"/>
            </a:solidFill>
            <a:prstDash val="sysDashDot"/>
          </a:ln>
        </p:spPr>
        <p:txBody>
          <a:bodyPr anchor="ctr"/>
          <a:lstStyle/>
          <a:p>
            <a:endParaRPr/>
          </a:p>
        </p:txBody>
      </p:sp>
      <p:sp>
        <p:nvSpPr>
          <p:cNvPr id="118" name="format-dash-sysDashDotDot"/>
          <p:cNvSpPr/>
          <p:nvPr/>
        </p:nvSpPr>
        <p:spPr>
          <a:xfrm>
            <a:off x="6286500" y="3238500"/>
            <a:ext cx="1714500" cy="333375"/>
          </a:xfrm>
          <a:prstGeom prst="rect">
            <a:avLst/>
          </a:prstGeom>
          <a:noFill/>
          <a:ln w="19050">
            <a:solidFill>
              <a:srgbClr val="334155"/>
            </a:solidFill>
            <a:prstDash val="sysDashDotDot"/>
          </a:ln>
        </p:spPr>
        <p:txBody>
          <a:bodyPr anchor="ctr"/>
          <a:lstStyle/>
          <a:p>
            <a:endParaRPr/>
          </a:p>
        </p:txBody>
      </p:sp>
      <p:sp>
        <p:nvSpPr>
          <p:cNvPr id="119" name="format-dash-sysDot"/>
          <p:cNvSpPr/>
          <p:nvPr/>
        </p:nvSpPr>
        <p:spPr>
          <a:xfrm>
            <a:off x="8239125" y="3238500"/>
            <a:ext cx="1714500" cy="333375"/>
          </a:xfrm>
          <a:prstGeom prst="rect">
            <a:avLst/>
          </a:prstGeom>
          <a:noFill/>
          <a:ln w="19050">
            <a:solidFill>
              <a:srgbClr val="334155"/>
            </a:solidFill>
            <a:prstDash val="sysDot"/>
          </a:ln>
        </p:spPr>
        <p:txBody>
          <a:bodyPr anchor="ctr"/>
          <a:lstStyle/>
          <a:p>
            <a:endParaRPr/>
          </a:p>
        </p:txBody>
      </p:sp>
      <mc:AlternateContent xmlns:mc="http://schemas.openxmlformats.org/markup-compatibility/2006" xmlns:fixture="urn:web-ppt:shape-format">
        <mc:Choice Requires="fixture">
          <p:sp>
            <p:nvSpPr>
              <p:cNvPr id="120" name="format-alternate-choice"/>
              <p:cNvSpPr/>
              <p:nvPr/>
            </p:nvSpPr>
            <p:spPr>
              <a:xfrm>
                <a:off x="0" y="0"/>
                <a:ext cx="9525" cy="9525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anchor="ctr"/>
              <a:lstStyle/>
              <a:p>
                <a:endParaRPr/>
              </a:p>
            </p:txBody>
          </p:sp>
        </mc:Choice>
        <mc:Fallback>
          <p:sp>
            <p:nvSpPr>
              <p:cNvPr id="121" name="format-alternate-fallback"/>
              <p:cNvSpPr/>
              <p:nvPr/>
            </p:nvSpPr>
            <p:spPr>
              <a:xfrm>
                <a:off x="0" y="0"/>
                <a:ext cx="9525" cy="9525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anchor="ctr"/>
              <a:lstStyle/>
              <a:p>
                <a:endParaRPr/>
              </a:p>
            </p:txBody>
          </p:sp>
        </mc:Fallback>
      </mc:AlternateContent>
      <p:extLst>
        <p:ext uri="{WEB-PPT-SHAPE-FORMAT-TAIL}">
          <fixture:keep xmlns:fixture="urn:web-ppt:shape-format" value="slide-extension"/>
        </p:ext>
      </p:extLst>
    </p:spTree>
  </p:cSld>
  <p:clrMapOvr>
    <a:masterClrMapping/>
  </p:clrMapOvr>
</p:sld>
</file>

<file path=ppt/theme/theme1.xml><?xml version="1.0" encoding="utf-8"?>
<a:theme xmlns:a="http://schemas.openxmlformats.org/drawingml/2006/main" name="Editor Shape Format">
  <a:themeElements>
    <a:clrScheme name="Editor Shape Format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Shape Forma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Shape Form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rnd" cmpd="dbl">
          <a:solidFill>
            <a:schemeClr val="phClr"/>
          </a:solidFill>
          <a:prstDash val="dashDot"/>
          <a:bevel/>
          <a:headEnd type="triangle" w="lg" len="sm"/>
          <a:tailEnd type="oval" w="sm" len="lg"/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