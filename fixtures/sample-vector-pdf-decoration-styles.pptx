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p"/>
          <p:cNvSpPr/>
          <p:nvPr/>
        </p:nvSpPr>
        <p:spPr>
          <a:xfrm>
            <a:off x="381000" y="381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dash">
                <a:latin typeface="WebPPT Glyph Latin"/>
              </a:rPr>
              <a:t>ABC</a:t>
            </a:r>
          </a:p>
        </p:txBody>
      </p:sp>
      <p:sp>
        <p:nvSpPr>
          <p:cNvPr id="220" name="sp"/>
          <p:cNvSpPr/>
          <p:nvPr/>
        </p:nvSpPr>
        <p:spPr>
          <a:xfrm>
            <a:off x="1905000" y="381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dash">
                <a:latin typeface="WebPPT Glyph Latin"/>
              </a:rPr>
              <a:t>ABC</a:t>
            </a:r>
          </a:p>
        </p:txBody>
      </p:sp>
      <p:sp>
        <p:nvSpPr>
          <p:cNvPr id="221" name="sp"/>
          <p:cNvSpPr/>
          <p:nvPr/>
        </p:nvSpPr>
        <p:spPr>
          <a:xfrm>
            <a:off x="3429000" y="381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dash">
                <a:latin typeface="WebPPT Glyph Latin"/>
              </a:rPr>
              <a:t>ABC</a:t>
            </a:r>
          </a:p>
        </p:txBody>
      </p:sp>
      <p:sp>
        <p:nvSpPr>
          <p:cNvPr id="222" name="sp"/>
          <p:cNvSpPr/>
          <p:nvPr/>
        </p:nvSpPr>
        <p:spPr>
          <a:xfrm>
            <a:off x="381000" y="123825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dot">
                <a:latin typeface="WebPPT Glyph Latin"/>
              </a:rPr>
              <a:t>ABC</a:t>
            </a:r>
          </a:p>
        </p:txBody>
      </p:sp>
      <p:sp>
        <p:nvSpPr>
          <p:cNvPr id="223" name="sp"/>
          <p:cNvSpPr/>
          <p:nvPr/>
        </p:nvSpPr>
        <p:spPr>
          <a:xfrm>
            <a:off x="1905000" y="123825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dot">
                <a:latin typeface="WebPPT Glyph Latin"/>
              </a:rPr>
              <a:t>ABC</a:t>
            </a:r>
          </a:p>
        </p:txBody>
      </p:sp>
      <p:sp>
        <p:nvSpPr>
          <p:cNvPr id="224" name="sp"/>
          <p:cNvSpPr/>
          <p:nvPr/>
        </p:nvSpPr>
        <p:spPr>
          <a:xfrm>
            <a:off x="3429000" y="123825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dot">
                <a:latin typeface="WebPPT Glyph Latin"/>
              </a:rPr>
              <a:t>ABC</a:t>
            </a:r>
          </a:p>
        </p:txBody>
      </p:sp>
      <p:sp>
        <p:nvSpPr>
          <p:cNvPr id="225" name="sp"/>
          <p:cNvSpPr/>
          <p:nvPr/>
        </p:nvSpPr>
        <p:spPr>
          <a:xfrm>
            <a:off x="381000" y="20955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dbl">
                <a:latin typeface="WebPPT Glyph Latin"/>
              </a:rPr>
              <a:t>ABC</a:t>
            </a:r>
          </a:p>
        </p:txBody>
      </p:sp>
      <p:sp>
        <p:nvSpPr>
          <p:cNvPr id="226" name="sp"/>
          <p:cNvSpPr/>
          <p:nvPr/>
        </p:nvSpPr>
        <p:spPr>
          <a:xfrm>
            <a:off x="1905000" y="20955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dbl">
                <a:latin typeface="WebPPT Glyph Latin"/>
              </a:rPr>
              <a:t>ABC</a:t>
            </a:r>
          </a:p>
        </p:txBody>
      </p:sp>
      <p:sp>
        <p:nvSpPr>
          <p:cNvPr id="227" name="sp"/>
          <p:cNvSpPr/>
          <p:nvPr/>
        </p:nvSpPr>
        <p:spPr>
          <a:xfrm>
            <a:off x="3429000" y="20955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dbl">
                <a:latin typeface="WebPPT Glyph Latin"/>
              </a:rPr>
              <a:t>ABC</a:t>
            </a:r>
          </a:p>
        </p:txBody>
      </p:sp>
      <p:sp>
        <p:nvSpPr>
          <p:cNvPr id="228" name="sp"/>
          <p:cNvSpPr/>
          <p:nvPr/>
        </p:nvSpPr>
        <p:spPr>
          <a:xfrm>
            <a:off x="381000" y="295275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wavyDbl">
                <a:latin typeface="WebPPT Glyph Latin"/>
              </a:rPr>
              <a:t>ABC</a:t>
            </a:r>
          </a:p>
        </p:txBody>
      </p:sp>
      <p:sp>
        <p:nvSpPr>
          <p:cNvPr id="229" name="sp"/>
          <p:cNvSpPr/>
          <p:nvPr/>
        </p:nvSpPr>
        <p:spPr>
          <a:xfrm>
            <a:off x="1905000" y="295275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wavyDbl">
                <a:latin typeface="WebPPT Glyph Latin"/>
              </a:rPr>
              <a:t>ABC</a:t>
            </a:r>
          </a:p>
        </p:txBody>
      </p:sp>
      <p:sp>
        <p:nvSpPr>
          <p:cNvPr id="230" name="sp"/>
          <p:cNvSpPr/>
          <p:nvPr/>
        </p:nvSpPr>
        <p:spPr>
          <a:xfrm>
            <a:off x="3429000" y="295275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wavyDbl">
                <a:latin typeface="WebPPT Glyph Latin"/>
              </a:rPr>
              <a:t>ABC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DecorationStyles">
  <a:themeElements>
    <a:clrScheme name="VectorPdfDecorationStyle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DecorationStyle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DecorationStyl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