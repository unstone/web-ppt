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965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0" Type="http://schemas.openxmlformats.org/officeDocument/2006/relationships/image" Target="../media/effects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ffects-inherited"/>
          <p:cNvSpPr/>
          <p:nvPr/>
        </p:nvSpPr>
        <p:spPr>
          <a:xfrm>
            <a:off x="523875" y="523875"/>
            <a:ext cx="2000250" cy="10477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endParaRPr/>
          </a:p>
        </p:txBody>
      </p:sp>
      <p:sp>
        <p:nvSpPr>
          <p:cNvPr id="102" name="effects-explicit-empty"/>
          <p:cNvSpPr/>
          <p:nvPr/>
        </p:nvSpPr>
        <p:spPr>
          <a:xfrm>
            <a:off x="2857500" y="523875"/>
            <a:ext cx="2000250" cy="1047750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0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endParaRPr/>
          </a:p>
        </p:txBody>
      </p:sp>
      <p:sp>
        <p:nvSpPr>
          <p:cNvPr id="103" name="effects-rich"/>
          <p:cNvSpPr/>
          <p:nvPr/>
        </p:nvSpPr>
        <p:spPr>
          <a:xfrm>
            <a:off x="5191125" y="523875"/>
            <a:ext cx="2000250" cy="1047750"/>
          </a:xfrm>
          <a:prstGeom prst="rect">
            <a:avLst/>
          </a:prstGeom>
          <a:solidFill>
            <a:schemeClr val="accent3"/>
          </a:solidFill>
          <a:effectLst xmlns:fixture="urn:web-ppt:effects" fixture:token="keep-effect-list">
            <a:glow rad="28575">
              <a:srgbClr val="F97316"/>
            </a:glow>
          </a:effectLst>
          <a:scene3d>
            <a:camera prst="orthographicFront"/>
            <a:lightRig rig="threePt" dir="t"/>
          </a:scene3d>
          <a:sp3d prstMaterial="matte">
            <a:bevelT w="12700" h="12700"/>
          </a:sp3d>
          <a:extLst>
            <a:ext uri="{WEB-PPT-EFFECTS}">
              <fixture:keep xmlns:fixture="urn:web-ppt:effects" value="shape-extension"/>
            </a:ext>
          </a:extLst>
        </p:spPr>
        <p:txBody>
          <a:bodyPr anchor="ctr"/>
          <a:lstStyle/>
          <a:p>
            <a:endParaRPr/>
          </a:p>
        </p:txBody>
      </p:sp>
      <p:pic>
        <p:nvPicPr>
          <p:cNvPr id="2801" name="effects-picture"/>
          <p:cNvPicPr/>
          <p:nvPr/>
        </p:nvPicPr>
        <p:blipFill>
          <a:blip r:embed="rId20"/>
          <a:stretch>
            <a:fillRect/>
          </a:stretch>
        </p:blipFill>
        <p:spPr xmlns:fixture="urn:web-ppt:effects" fixture:host="keep-picture">
          <a:xfrm>
            <a:off x="7524750" y="523875"/>
            <a:ext cx="2000250" cy="1047750"/>
          </a:xfrm>
          <a:prstGeom prst="rect">
            <a:avLst/>
          </a:prstGeom>
          <a:effectLst>
            <a:softEdge rad="9525"/>
          </a:effectLst>
        </p:spPr>
      </p:pic>
      <p:grpSp>
        <p:nvGrpSpPr>
          <p:cNvPr id="2802" name="effects-group"/>
          <p:cNvGrpSpPr/>
          <p:nvPr/>
        </p:nvGrpSpPr>
        <p:grpSpPr xmlns:fixture="urn:web-ppt:effects" fixture:host="keep-group">
          <a:xfrm>
            <a:off x="523875" y="2190750"/>
            <a:ext cx="2476500" cy="1238250"/>
            <a:chOff x="0" y="0"/>
            <a:chExt cx="2000250" cy="1047750"/>
          </a:xfrm>
          <a:effectDag name="source-dag" type="tree">
            <a:glow rad="19050">
              <a:srgbClr val="7C3AED"/>
            </a:glow>
          </a:effectDag>
          <a:extLst>
            <a:ext uri="{WEB-PPT-GROUP-EFFECTS}">
              <fixture:keep value="group-extension"/>
            </a:ext>
          </a:extLst>
        </p:grpSpPr>
        <p:sp>
          <p:nvSpPr>
            <p:cNvPr id="104" name="effects-group-child"/>
            <p:cNvSpPr/>
            <p:nvPr/>
          </p:nvSpPr>
          <p:spPr>
            <a:xfrm>
              <a:off x="142875" y="142875"/>
              <a:ext cx="1714500" cy="762000"/>
            </a:xfrm>
            <a:prstGeom prst="rect">
              <a:avLst/>
            </a:prstGeom>
            <a:solidFill>
              <a:schemeClr val="accent5"/>
            </a:solidFill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105" name="effects-lo-shadow"/>
          <p:cNvSpPr/>
          <p:nvPr/>
        </p:nvSpPr>
        <p:spPr>
          <a:xfrm>
            <a:off x="523875" y="4286250"/>
            <a:ext cx="1524000" cy="762000"/>
          </a:xfrm>
          <a:prstGeom prst="rect">
            <a:avLst/>
          </a:prstGeom>
          <a:solidFill>
            <a:srgbClr val="FDE68A"/>
          </a:solidFill>
        </p:spPr>
        <p:txBody>
          <a:bodyPr anchor="ctr"/>
          <a:lstStyle/>
          <a:p>
            <a:endParaRPr/>
          </a:p>
        </p:txBody>
      </p:sp>
      <p:sp>
        <p:nvSpPr>
          <p:cNvPr id="106" name="effects-lo-glow"/>
          <p:cNvSpPr/>
          <p:nvPr/>
        </p:nvSpPr>
        <p:spPr>
          <a:xfrm>
            <a:off x="2571750" y="4286250"/>
            <a:ext cx="1524000" cy="762000"/>
          </a:xfrm>
          <a:prstGeom prst="rect">
            <a:avLst/>
          </a:prstGeom>
          <a:solidFill>
            <a:srgbClr val="DDD6FE"/>
          </a:solidFill>
        </p:spPr>
        <p:txBody>
          <a:bodyPr anchor="ctr"/>
          <a:lstStyle/>
          <a:p>
            <a:endParaRPr/>
          </a:p>
        </p:txBody>
      </p:sp>
      <p:sp>
        <p:nvSpPr>
          <p:cNvPr id="107" name="effects-lo-soft-edge"/>
          <p:cNvSpPr/>
          <p:nvPr/>
        </p:nvSpPr>
        <p:spPr>
          <a:xfrm>
            <a:off x="4619625" y="4286250"/>
            <a:ext cx="1524000" cy="762000"/>
          </a:xfrm>
          <a:prstGeom prst="rect">
            <a:avLst/>
          </a:prstGeom>
          <a:solidFill>
            <a:srgbClr val="A7F3D0"/>
          </a:solidFill>
        </p:spPr>
        <p:txBody>
          <a:bodyPr anchor="ctr"/>
          <a:lstStyle/>
          <a:p>
            <a:endParaRPr/>
          </a:p>
        </p:txBody>
      </p:sp>
      <p:sp>
        <p:nvSpPr>
          <p:cNvPr id="108" name="effects-lo-reflection"/>
          <p:cNvSpPr/>
          <p:nvPr/>
        </p:nvSpPr>
        <p:spPr>
          <a:xfrm>
            <a:off x="6667500" y="4286250"/>
            <a:ext cx="1524000" cy="762000"/>
          </a:xfrm>
          <a:prstGeom prst="rect">
            <a:avLst/>
          </a:prstGeom>
          <a:solidFill>
            <a:srgbClr val="FECACA"/>
          </a:solidFill>
        </p:spPr>
        <p:txBody>
          <a:bodyPr anchor="ctr"/>
          <a:lstStyle/>
          <a:p>
            <a:endParaRPr/>
          </a:p>
        </p:txBody>
      </p:sp>
      <mc:AlternateContent xmlns:mc="http://schemas.openxmlformats.org/markup-compatibility/2006" xmlns:fixture="urn:web-ppt:effects">
        <mc:Choice Requires="fixture">
          <p:sp>
            <p:nvSpPr>
              <p:cNvPr id="109" name="effects-alternate-choice"/>
              <p:cNvSpPr/>
              <p:nvPr/>
            </p:nvSpPr>
            <p:spPr>
              <a:xfrm>
                <a:off x="9715500" y="3810000"/>
                <a:ext cx="9525" cy="9525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anchor="ctr"/>
              <a:lstStyle/>
              <a:p>
                <a:endParaRPr/>
              </a:p>
            </p:txBody>
          </p:sp>
        </mc:Choice>
        <mc:Fallback>
          <p:sp>
            <p:nvSpPr>
              <p:cNvPr id="110" name="effects-alternate-fallback"/>
              <p:cNvSpPr/>
              <p:nvPr/>
            </p:nvSpPr>
            <p:spPr>
              <a:xfrm>
                <a:off x="9715500" y="3810000"/>
                <a:ext cx="9525" cy="9525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anchor="ctr"/>
              <a:lstStyle/>
              <a:p>
                <a:endParaRPr/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effects-unrelated-page"/>
          <p:cNvSpPr/>
          <p:nvPr/>
        </p:nvSpPr>
        <p:spPr>
          <a:xfrm>
            <a:off x="762000" y="666750"/>
            <a:ext cx="2476500" cy="1143000"/>
          </a:xfrm>
          <a:prstGeom prst="rect">
            <a:avLst/>
          </a:prstGeom>
          <a:solidFill>
            <a:srgbClr val="0F172A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Effects">
  <a:themeElements>
    <a:clrScheme name="Editor Effect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Effec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38100" dist="28575" dir="2700000">
              <a:srgbClr val="111827">
                <a:alpha val="40000"/>
              </a:srgbClr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