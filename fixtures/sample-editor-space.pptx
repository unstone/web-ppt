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ace-plain"/>
          <p:cNvSpPr/>
          <p:nvPr/>
        </p:nvSpPr>
        <p:spPr>
          <a:xfrm>
            <a:off x="762000" y="762000"/>
            <a:ext cx="1714500" cy="1143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2" name="space-rotated-flipped"/>
          <p:cNvSpPr/>
          <p:nvPr/>
        </p:nvSpPr>
        <p:spPr>
          <a:xfrm rot="1500000" flipH="1">
            <a:off x="3429000" y="762000"/>
            <a:ext cx="1905000" cy="13335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grpSp>
        <p:nvGrpSpPr>
          <p:cNvPr id="502" name="space-outer-group"/>
          <p:cNvGrpSpPr/>
          <p:nvPr/>
        </p:nvGrpSpPr>
        <p:grpSpPr>
          <a:xfrm rot="1200000" flipV="1">
            <a:off x="6667500" y="3143250"/>
            <a:ext cx="4000500" cy="2476500"/>
            <a:chOff x="190500" y="95250"/>
            <a:chExt cx="2000250" cy="1238250"/>
          </a:xfrm>
        </p:grpSpPr>
        <p:grpSp>
          <p:nvGrpSpPr>
            <p:cNvPr id="501" name="space-inner-group"/>
            <p:cNvGrpSpPr/>
            <p:nvPr/>
          </p:nvGrpSpPr>
          <p:grpSpPr>
            <a:xfrm rot="-600000" flipH="1">
              <a:off x="476250" y="381000"/>
              <a:ext cx="2667000" cy="1524000"/>
              <a:chOff x="95250" y="190500"/>
              <a:chExt cx="1333500" cy="762000"/>
            </a:xfrm>
          </p:grpSpPr>
          <p:sp>
            <p:nvSpPr>
              <p:cNvPr id="103" name="space-nested-leaf"/>
              <p:cNvSpPr/>
              <p:nvPr/>
            </p:nvSpPr>
            <p:spPr>
              <a:xfrm rot="900000" flipV="1">
                <a:off x="285750" y="190500"/>
                <a:ext cx="1333500" cy="762000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anchor="ctr"/>
              <a:lstStyle/>
              <a:p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Editor Space">
  <a:themeElements>
    <a:clrScheme name="Editor Spac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Spa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Spa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