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theme" Target="theme/them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3200" b="1">
          <a:solidFill>
            <a:schemeClr val="tx2"/>
          </a:solidFill>
        </a:defRPr>
      </a:lvl1pPr>
    </p:titleStyle>
    <p:bodyStyle>
      <a:lvl1pPr>
        <a:buNone/>
        <a:defRPr sz="1600">
          <a:solidFill>
            <a:schemeClr val="tx1"/>
          </a:solidFill>
        </a:defRPr>
      </a:lvl1pPr>
    </p:bodyStyle>
    <p:otherStyle>
      <a:lvl1pPr>
        <a:defRPr sz="14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pace-plain"/>
          <p:cNvSpPr/>
          <p:nvPr/>
        </p:nvSpPr>
        <p:spPr>
          <a:xfrm>
            <a:off x="762000" y="762000"/>
            <a:ext cx="1714500" cy="1143000"/>
          </a:xfrm>
          <a:prstGeom prst="rect">
            <a:avLst/>
          </a:prstGeom>
          <a:solidFill>
            <a:schemeClr val="accent1"/>
          </a:solidFill>
        </p:spPr>
        <p:txBody>
          <a:bodyPr anchor="ctr"/>
          <a:lstStyle/>
          <a:p>
            <a:endParaRPr/>
          </a:p>
        </p:txBody>
      </p:sp>
      <p:sp>
        <p:nvSpPr>
          <p:cNvPr id="102" name="space-rotated-flipped"/>
          <p:cNvSpPr/>
          <p:nvPr/>
        </p:nvSpPr>
        <p:spPr>
          <a:xfrm rot="1500000" flipH="1">
            <a:off x="3429000" y="762000"/>
            <a:ext cx="1905000" cy="1333500"/>
          </a:xfrm>
          <a:prstGeom prst="rect">
            <a:avLst/>
          </a:prstGeom>
          <a:solidFill>
            <a:schemeClr val="accent3"/>
          </a:solidFill>
        </p:spPr>
        <p:txBody>
          <a:bodyPr anchor="ctr"/>
          <a:lstStyle/>
          <a:p>
            <a:endParaRPr/>
          </a:p>
        </p:txBody>
      </p:sp>
      <p:sp>
        <p:nvSpPr>
          <p:cNvPr id="103" name="space-rotated-45"/>
          <p:cNvSpPr/>
          <p:nvPr/>
        </p:nvSpPr>
        <p:spPr>
          <a:xfrm rot="2700000">
            <a:off x="762000" y="3905250"/>
            <a:ext cx="1905000" cy="1333500"/>
          </a:xfrm>
          <a:prstGeom prst="rect">
            <a:avLst/>
          </a:prstGeom>
          <a:solidFill>
            <a:schemeClr val="accent4"/>
          </a:solidFill>
        </p:spPr>
        <p:txBody>
          <a:bodyPr anchor="ctr"/>
          <a:lstStyle/>
          <a:p>
            <a:endParaRPr/>
          </a:p>
        </p:txBody>
      </p:sp>
      <p:grpSp>
        <p:nvGrpSpPr>
          <p:cNvPr id="502" name="space-outer-group"/>
          <p:cNvGrpSpPr/>
          <p:nvPr/>
        </p:nvGrpSpPr>
        <p:grpSpPr>
          <a:xfrm rot="1200000" flipV="1">
            <a:off x="6667500" y="3143250"/>
            <a:ext cx="4000500" cy="2476500"/>
            <a:chOff x="190500" y="95250"/>
            <a:chExt cx="2000250" cy="1238250"/>
          </a:xfrm>
        </p:grpSpPr>
        <p:grpSp>
          <p:nvGrpSpPr>
            <p:cNvPr id="501" name="space-inner-group"/>
            <p:cNvGrpSpPr/>
            <p:nvPr/>
          </p:nvGrpSpPr>
          <p:grpSpPr>
            <a:xfrm rot="-600000" flipH="1">
              <a:off x="476250" y="381000"/>
              <a:ext cx="2667000" cy="1524000"/>
              <a:chOff x="95250" y="190500"/>
              <a:chExt cx="1333500" cy="762000"/>
            </a:xfrm>
          </p:grpSpPr>
          <p:sp>
            <p:nvSpPr>
              <p:cNvPr id="104" name="space-nested-leaf"/>
              <p:cNvSpPr/>
              <p:nvPr/>
            </p:nvSpPr>
            <p:spPr>
              <a:xfrm rot="900000" flipV="1">
                <a:off x="285750" y="190500"/>
                <a:ext cx="1333500" cy="762000"/>
              </a:xfrm>
              <a:prstGeom prst="rect">
                <a:avLst/>
              </a:prstGeom>
              <a:solidFill>
                <a:schemeClr val="accent5"/>
              </a:solidFill>
            </p:spPr>
            <p:txBody>
              <a:bodyPr anchor="ctr"/>
              <a:lstStyle/>
              <a:p>
                <a:endParaRPr/>
              </a:p>
            </p:txBody>
          </p:sp>
        </p:grpSp>
      </p:grpSp>
    </p:spTree>
  </p:cSld>
  <p:clrMapOvr>
    <a:masterClrMapping/>
  </p:clrMapOvr>
</p:sld>
</file>

<file path=ppt/theme/theme1.xml><?xml version="1.0" encoding="utf-8"?>
<a:theme xmlns:a="http://schemas.openxmlformats.org/drawingml/2006/main" name="Editor Space">
  <a:themeElements>
    <a:clrScheme name="Editor Space">
      <a:dk1>
        <a:sysClr val="windowText" lastClr="1A1A1A"/>
      </a:dk1>
      <a:lt1>
        <a:sysClr val="window" lastClr="FFFFFF"/>
      </a:lt1>
      <a:dk2>
        <a:srgbClr val="1F3864"/>
      </a:dk2>
      <a:lt2>
        <a:srgbClr val="F2F2F2"/>
      </a:lt2>
      <a:accent1>
        <a:srgbClr val="2E75B6"/>
      </a:accent1>
      <a:accent2>
        <a:srgbClr val="A6A6A6"/>
      </a:accent2>
      <a:accent3>
        <a:srgbClr val="70AD47"/>
      </a:accent3>
      <a:accent4>
        <a:srgbClr val="FFC000"/>
      </a:accent4>
      <a:accent5>
        <a:srgbClr val="ED7D31"/>
      </a:accent5>
      <a:accent6>
        <a:srgbClr val="7030A0"/>
      </a:accent6>
      <a:hlink>
        <a:srgbClr val="0563C1"/>
      </a:hlink>
      <a:folHlink>
        <a:srgbClr val="954F72"/>
      </a:folHlink>
    </a:clrScheme>
    <a:fontScheme name="Editor Spa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Editor Spa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