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ace-plain"/>
          <p:cNvSpPr/>
          <p:nvPr/>
        </p:nvSpPr>
        <p:spPr>
          <a:xfrm>
            <a:off x="762000" y="762000"/>
            <a:ext cx="1714500" cy="114300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02" name="space-rotated-flipped"/>
          <p:cNvSpPr/>
          <p:nvPr/>
        </p:nvSpPr>
        <p:spPr>
          <a:xfrm rot="1500000" flipH="1">
            <a:off x="3429000" y="762000"/>
            <a:ext cx="1905000" cy="133350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03" name="space-rotated-45"/>
          <p:cNvSpPr/>
          <p:nvPr/>
        </p:nvSpPr>
        <p:spPr>
          <a:xfrm rot="2700000">
            <a:off x="762000" y="3905250"/>
            <a:ext cx="1905000" cy="1333500"/>
          </a:xfrm>
          <a:prstGeom prst="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grpSp>
        <p:nvGrpSpPr>
          <p:cNvPr id="502" name="space-outer-group"/>
          <p:cNvGrpSpPr/>
          <p:nvPr/>
        </p:nvGrpSpPr>
        <p:grpSpPr>
          <a:xfrm rot="1200000" flipV="1">
            <a:off x="6667500" y="3143250"/>
            <a:ext cx="4000500" cy="2476500"/>
            <a:chOff x="190500" y="95250"/>
            <a:chExt cx="2000250" cy="1238250"/>
          </a:xfrm>
        </p:grpSpPr>
        <p:grpSp>
          <p:nvGrpSpPr>
            <p:cNvPr id="501" name="space-inner-group"/>
            <p:cNvGrpSpPr/>
            <p:nvPr/>
          </p:nvGrpSpPr>
          <p:grpSpPr>
            <a:xfrm rot="-600000" flipH="1">
              <a:off x="476250" y="381000"/>
              <a:ext cx="2667000" cy="1524000"/>
              <a:chOff x="95250" y="190500"/>
              <a:chExt cx="1333500" cy="762000"/>
            </a:xfrm>
          </p:grpSpPr>
          <p:sp>
            <p:nvSpPr>
              <p:cNvPr id="104" name="space-nested-leaf"/>
              <p:cNvSpPr/>
              <p:nvPr/>
            </p:nvSpPr>
            <p:spPr>
              <a:xfrm rot="900000" flipV="1">
                <a:off x="285750" y="190500"/>
                <a:ext cx="1333500" cy="762000"/>
              </a:xfrm>
              <a:prstGeom prst="rect">
                <a:avLst/>
              </a:prstGeom>
              <a:solidFill>
                <a:schemeClr val="accent5"/>
              </a:solidFill>
            </p:spPr>
            <p:txBody>
              <a:bodyPr anchor="ctr"/>
              <a:lstStyle/>
              <a:p>
                <a:endParaRPr/>
              </a:p>
            </p:txBody>
          </p:sp>
        </p:grpSp>
        <p:sp>
          <p:nvSpPr>
            <p:cNvPr id="105" name="space-outer-sibling"/>
            <p:cNvSpPr/>
            <p:nvPr/>
          </p:nvSpPr>
          <p:spPr>
            <a:xfrm rot="1800000">
              <a:off x="1619250" y="333375"/>
              <a:ext cx="476250" cy="523875"/>
            </a:xfrm>
            <a:prstGeom prst="rect">
              <a:avLst/>
            </a:prstGeom>
            <a:solidFill>
              <a:schemeClr val="accent2"/>
            </a:solidFill>
          </p:spPr>
          <p:txBody>
            <a:bodyPr anchor="ctr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Editor Space">
  <a:themeElements>
    <a:clrScheme name="Editor Spac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Spa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Spa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