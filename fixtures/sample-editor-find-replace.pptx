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ind-rich"/>
          <p:cNvSpPr/>
          <p:nvPr/>
        </p:nvSpPr>
        <p:spPr>
          <a:xfrm>
            <a:off x="333375" y="333375"/>
            <a:ext cx="3905250" cy="1809750"/>
          </a:xfrm>
          <a:prstGeom prst="rect">
            <a:avLst/>
          </a:prstGeom>
          <a:solidFill>
            <a:srgbClr val="F8FAFC"/>
          </a:solidFill>
          <a:extLst>
            <a:ext uri="{WEB-PPT-FIND}">
              <fixture:keep xmlns:fixture="urn:web-ppt:find-replace" value="adjacent"/>
            </a:ext>
          </a:extLst>
        </p:spPr>
        <p:txBody>
          <a:bodyPr anchor="ctr"/>
          <a:lstStyle/>
          <a:p>
            <a:r>
              <a:rPr sz="1700"/>
              <a:t>Alpha alpha ALPHA alphaBeta 阿尔法 🙂 ΟΣ ος</a:t>
            </a:r>
          </a:p>
          <a:p>
            <a:r>
              <a:rPr sz="1800" b="1"/>
              <a:t>Need</a:t>
            </a:r>
            <a:r>
              <a:rPr sz="1800" i="1"/>
              <a:t>le</a:t>
            </a:r>
          </a:p>
          <a:p>
            <a:r>
              <a:rPr sz="1600"/>
              <a:t>Need</a:t>
            </a:r>
            <a:fld id="{00000000-0000-0000-0000-000000000060}" type="slidenum">
              <a:rPr sz="1600"/>
              <a:t>1</a:t>
            </a:fld>
            <a:fld id="{00000000-0000-0000-0000-000000000062}" type="web-ppt-protected">
              <a:rPr sz="1600"/>
              <a:t>Needle</a:t>
            </a:fld>
            <a:r>
              <a:rPr sz="1600"/>
              <a:t>le</a:t>
            </a:r>
          </a:p>
          <a:p>
            <a:r>
              <a:rPr sz="1600"/>
              <a:t>Need</a:t>
            </a:r>
            <a:fld id="{00000000-0000-0000-0000-000000000061}" type="web-ppt-empty">
              <a:rPr sz="1600"/>
              <a:t/>
            </a:fld>
            <a:r>
              <a:rPr sz="1600"/>
              <a:t>le</a:t>
            </a:r>
          </a:p>
          <a:p>
            <a:r>
              <a:rPr sz="1600"/>
              <a:t>Need</a:t>
            </a:r>
            <m:oMath xmlns:m="http://schemas.openxmlformats.org/officeDocument/2006/math">
              <m:r>
                <m:t>x</m:t>
              </m:r>
            </m:oMath>
            <a:r>
              <a:rPr sz="1600"/>
              <a:t>le</a:t>
            </a:r>
          </a:p>
        </p:txBody>
      </p:sp>
      <p:grpSp>
        <p:nvGrpSpPr>
          <p:cNvPr id="3060" name="find-group"/>
          <p:cNvGrpSpPr/>
          <p:nvPr/>
        </p:nvGrpSpPr>
        <p:grpSpPr>
          <a:xfrm>
            <a:off x="4572000" y="333375"/>
            <a:ext cx="2238375" cy="952500"/>
            <a:chOff x="0" y="0"/>
            <a:chExt cx="2143125" cy="857250"/>
          </a:xfrm>
        </p:grpSpPr>
        <p:sp>
          <p:nvSpPr>
            <p:cNvPr id="102" name="find-group-child"/>
            <p:cNvSpPr/>
            <p:nvPr/>
          </p:nvSpPr>
          <p:spPr>
            <a:xfrm>
              <a:off x="95250" y="95250"/>
              <a:ext cx="1952625" cy="762000"/>
            </a:xfrm>
            <a:prstGeom prst="rect">
              <a:avLst/>
            </a:prstGeom>
            <a:solidFill>
              <a:srgbClr val="DCFCE7"/>
            </a:solidFill>
          </p:spPr>
          <p:txBody>
            <a:bodyPr anchor="ctr"/>
            <a:lstStyle/>
            <a:p>
              <a:r>
                <a:rPr sz="1700"/>
                <a:t>Needle group</a:t>
              </a:r>
            </a:p>
          </p:txBody>
        </p:sp>
      </p:grpSp>
      <p:graphicFrame>
        <p:nvGraphicFramePr>
          <p:cNvPr id="3061" name="find-table"/>
          <p:cNvGraphicFramePr/>
          <p:nvPr/>
        </p:nvGraphicFramePr>
        <p:xfrm>
          <a:off x="333375" y="2571750"/>
          <a:ext cx="6477000" cy="1000125"/>
        </p:xfrm>
        <a:graphic>
          <a:graphicData uri="http://schemas.openxmlformats.org/drawingml/2006/table">
            <a:tbl>
              <a:tblPr/>
              <a:tblGrid>
                <a:gridCol w="3238500"/>
                <a:gridCol w="3238500"/>
              </a:tblGrid>
              <a:tr h="1000125">
                <a:tc>
                  <a:txBody>
                    <a:bodyPr anchor="ctr"/>
                    <a:lstStyle/>
                    <a:p>
                      <a:r>
                        <a:rPr sz="1700">
                          <a:solidFill>
                            <a:srgbClr val="DC2626"/>
                          </a:solidFill>
                        </a:rPr>
                        <a:t>Needle cell A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1700">
                          <a:solidFill>
                            <a:srgbClr val="059669"/>
                          </a:solidFill>
                        </a:rPr>
                        <a:t>needle cell 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ind-page-two"/>
          <p:cNvSpPr/>
          <p:nvPr/>
        </p:nvSpPr>
        <p:spPr>
          <a:xfrm>
            <a:off x="571500" y="666750"/>
            <a:ext cx="4953000" cy="1428750"/>
          </a:xfrm>
          <a:prstGeom prst="rect">
            <a:avLst/>
          </a:prstGeom>
          <a:solidFill>
            <a:srgbClr val="EFF6FF"/>
          </a:solidFill>
        </p:spPr>
        <p:txBody>
          <a:bodyPr anchor="ctr"/>
          <a:lstStyle/>
          <a:p>
            <a:r>
              <a:rPr sz="2200"/>
              <a:t>Needle middle Needle NeedleCase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ind-no-match"/>
          <p:cNvSpPr/>
          <p:nvPr/>
        </p:nvSpPr>
        <p:spPr>
          <a:xfrm>
            <a:off x="571500" y="666750"/>
            <a:ext cx="4953000" cy="1428750"/>
          </a:xfrm>
          <a:prstGeom prst="rect">
            <a:avLst/>
          </a:prstGeom>
          <a:solidFill>
            <a:srgbClr val="FFF7ED"/>
          </a:solidFill>
        </p:spPr>
        <p:txBody>
          <a:bodyPr anchor="ctr"/>
          <a:lstStyle/>
          <a:p>
            <a:r>
              <a:rPr sz="2200"/>
              <a:t>这里没有目标文字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Find Replace">
  <a:themeElements>
    <a:clrScheme name="Editor Find Replac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Find Repla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Find Repla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