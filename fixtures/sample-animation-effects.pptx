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ppear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appear</a:t>
            </a:r>
          </a:p>
        </p:txBody>
      </p:sp>
      <p:sp>
        <p:nvSpPr>
          <p:cNvPr id="102" name="fade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fade</a:t>
            </a:r>
          </a:p>
        </p:txBody>
      </p:sp>
      <p:sp>
        <p:nvSpPr>
          <p:cNvPr id="103" name="fly-bottom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fly-bottom</a:t>
            </a:r>
          </a:p>
        </p:txBody>
      </p:sp>
      <p:sp>
        <p:nvSpPr>
          <p:cNvPr id="104" name="fly-left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fly-left</a:t>
            </a:r>
          </a:p>
        </p:txBody>
      </p:sp>
      <p:sp>
        <p:nvSpPr>
          <p:cNvPr id="105" name="wipe-up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wipe-up</a:t>
            </a:r>
          </a:p>
        </p:txBody>
      </p:sp>
      <p:sp>
        <p:nvSpPr>
          <p:cNvPr id="106" name="zoom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zoom</a:t>
            </a:r>
          </a:p>
        </p:txBody>
      </p:sp>
      <p:sp>
        <p:nvSpPr>
          <p:cNvPr id="107" name="box-in"/>
          <p:cNvSpPr/>
          <p:nvPr/>
        </p:nvSpPr>
        <p:spPr>
          <a:xfrm>
            <a:off x="6143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box-in</a:t>
            </a:r>
          </a:p>
        </p:txBody>
      </p:sp>
      <p:sp>
        <p:nvSpPr>
          <p:cNvPr id="108" name="box-out"/>
          <p:cNvSpPr/>
          <p:nvPr/>
        </p:nvSpPr>
        <p:spPr>
          <a:xfrm>
            <a:off x="9001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box-out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1" presetSubtype="0" presetClass="entr" nodeType="clickEffect" dur="1200" fill="hold">
                      <p:stCondLst>
                        <p:cond delay="0"/>
                      </p:stCondLst>
                      <p:childTnLst>
                        <p:set>
                          <p:cBhvr>
                            <p:cTn id="200" dur="1"/>
                            <p:tgtEl>
                              <p:spTgt spid="101"/>
                            </p:tgtEl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11" presetID="10" presetSubtype="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01" dur="1200"/>
                            <p:tgtEl>
                              <p:spTgt spid="102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2" presetSubtype="4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lide(fromBottom)">
                          <p:cBhvr>
                            <p:cTn id="202" dur="1200"/>
                            <p:tgtEl>
                              <p:spTgt spid="103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2" presetSubtype="8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lide(fromLeft)">
                          <p:cBhvr>
                            <p:cTn id="203" dur="1200"/>
                            <p:tgtEl>
                              <p:spTgt spid="104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22" presetSubtype="1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wipe(up)">
                          <p:cBhvr>
                            <p:cTn id="204" dur="1200"/>
                            <p:tgtEl>
                              <p:spTgt spid="105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23" presetSubtype="16" presetClass="entr" nodeType="clickEffect" dur="1200" fill="hold">
                      <p:stCondLst>
                        <p:cond delay="0"/>
                      </p:stCondLst>
                      <p:childTnLst>
                        <p:animScale>
                          <p:cBhvr>
                            <p:cTn id="205" dur="1200"/>
                            <p:tgtEl>
                              <p:spTgt spid="106"/>
                            </p:tgtEl>
                          </p:cBhvr>
                          <p:from x="0" y="0"/>
                          <p:to x="100000" y="100000"/>
                        </p:animScale>
                      </p:childTnLst>
                    </p:cTn>
                  </p:par>
                  <p:par>
                    <p:cTn id="16" presetID="4" presetSubtype="1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ox(in)">
                          <p:cBhvr>
                            <p:cTn id="206" dur="1200"/>
                            <p:tgtEl>
                              <p:spTgt spid="107"/>
                            </p:tgtEl>
                          </p:cBhvr>
                        </p:animEffect>
                      </p:childTnLst>
                    </p:cTn>
                  </p:par>
                  <p:par>
                    <p:cTn id="17" presetID="4" presetSubtype="3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ox(out)">
                          <p:cBhvr>
                            <p:cTn id="207" dur="1200"/>
                            <p:tgtEl>
                              <p:spTgt spid="10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blinds-h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blinds-h</a:t>
            </a:r>
          </a:p>
        </p:txBody>
      </p:sp>
      <p:sp>
        <p:nvSpPr>
          <p:cNvPr id="110" name="blinds-v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blinds-v</a:t>
            </a:r>
          </a:p>
        </p:txBody>
      </p:sp>
      <p:sp>
        <p:nvSpPr>
          <p:cNvPr id="111" name="checker-across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checker-across</a:t>
            </a:r>
          </a:p>
        </p:txBody>
      </p:sp>
      <p:sp>
        <p:nvSpPr>
          <p:cNvPr id="112" name="checker-down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checker-down</a:t>
            </a:r>
          </a:p>
        </p:txBody>
      </p:sp>
      <p:sp>
        <p:nvSpPr>
          <p:cNvPr id="113" name="random-bars-h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random-bars-h</a:t>
            </a:r>
          </a:p>
        </p:txBody>
      </p:sp>
      <p:sp>
        <p:nvSpPr>
          <p:cNvPr id="114" name="random-bars-v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random-bars-v</a:t>
            </a:r>
          </a:p>
        </p:txBody>
      </p:sp>
      <p:sp>
        <p:nvSpPr>
          <p:cNvPr id="115" name="strips-dl"/>
          <p:cNvSpPr/>
          <p:nvPr/>
        </p:nvSpPr>
        <p:spPr>
          <a:xfrm>
            <a:off x="6143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strips-dl</a:t>
            </a:r>
          </a:p>
        </p:txBody>
      </p:sp>
      <p:sp>
        <p:nvSpPr>
          <p:cNvPr id="116" name="strips-ul"/>
          <p:cNvSpPr/>
          <p:nvPr/>
        </p:nvSpPr>
        <p:spPr>
          <a:xfrm>
            <a:off x="9001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strips-ul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3" presetSubtype="5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linds(horizontal)">
                          <p:cBhvr>
                            <p:cTn id="200" dur="1200"/>
                            <p:tgtEl>
                              <p:spTgt spid="109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3" presetSubtype="1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linds(vertical)">
                          <p:cBhvr>
                            <p:cTn id="201" dur="1200"/>
                            <p:tgtEl>
                              <p:spTgt spid="110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5" presetSubtype="5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checkerboard(across)">
                          <p:cBhvr>
                            <p:cTn id="202" dur="1200"/>
                            <p:tgtEl>
                              <p:spTgt spid="111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5" presetSubtype="1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checkerboard(down)">
                          <p:cBhvr>
                            <p:cTn id="203" dur="1200"/>
                            <p:tgtEl>
                              <p:spTgt spid="112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14" presetSubtype="5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randombar(horizontal)">
                          <p:cBhvr>
                            <p:cTn id="204" dur="1200"/>
                            <p:tgtEl>
                              <p:spTgt spid="113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14" presetSubtype="1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randombar(vertical)">
                          <p:cBhvr>
                            <p:cTn id="205" dur="1200"/>
                            <p:tgtEl>
                              <p:spTgt spid="114"/>
                            </p:tgtEl>
                          </p:cBhvr>
                        </p:animEffect>
                      </p:childTnLst>
                    </p:cTn>
                  </p:par>
                  <p:par>
                    <p:cTn id="16" presetID="18" presetSubtype="1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trips(downLeft)">
                          <p:cBhvr>
                            <p:cTn id="206" dur="1200"/>
                            <p:tgtEl>
                              <p:spTgt spid="115"/>
                            </p:tgtEl>
                          </p:cBhvr>
                        </p:animEffect>
                      </p:childTnLst>
                    </p:cTn>
                  </p:par>
                  <p:par>
                    <p:cTn id="17" presetID="18" presetSubtype="9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trips(upLeft)">
                          <p:cBhvr>
                            <p:cTn id="207" dur="1200"/>
                            <p:tgtEl>
                              <p:spTgt spid="1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trips-dr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strips-dr</a:t>
            </a:r>
          </a:p>
        </p:txBody>
      </p:sp>
      <p:sp>
        <p:nvSpPr>
          <p:cNvPr id="118" name="strips-ur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strips-ur</a:t>
            </a:r>
          </a:p>
        </p:txBody>
      </p:sp>
      <p:sp>
        <p:nvSpPr>
          <p:cNvPr id="119" name="circle-in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circle-in</a:t>
            </a:r>
          </a:p>
        </p:txBody>
      </p:sp>
      <p:sp>
        <p:nvSpPr>
          <p:cNvPr id="120" name="circle-out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circle-out</a:t>
            </a:r>
          </a:p>
        </p:txBody>
      </p:sp>
      <p:sp>
        <p:nvSpPr>
          <p:cNvPr id="121" name="diamond-in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diamond-in</a:t>
            </a:r>
          </a:p>
        </p:txBody>
      </p:sp>
      <p:sp>
        <p:nvSpPr>
          <p:cNvPr id="122" name="diamond-out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diamond-out</a:t>
            </a:r>
          </a:p>
        </p:txBody>
      </p:sp>
      <p:sp>
        <p:nvSpPr>
          <p:cNvPr id="123" name="plus-in"/>
          <p:cNvSpPr/>
          <p:nvPr/>
        </p:nvSpPr>
        <p:spPr>
          <a:xfrm>
            <a:off x="6143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plus-in</a:t>
            </a:r>
          </a:p>
        </p:txBody>
      </p:sp>
      <p:sp>
        <p:nvSpPr>
          <p:cNvPr id="124" name="plus-out"/>
          <p:cNvSpPr/>
          <p:nvPr/>
        </p:nvSpPr>
        <p:spPr>
          <a:xfrm>
            <a:off x="9001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plus-out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18" presetSubtype="3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trips(downRight)">
                          <p:cBhvr>
                            <p:cTn id="200" dur="1200"/>
                            <p:tgtEl>
                              <p:spTgt spid="117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18" presetSubtype="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trips(upRight)">
                          <p:cBhvr>
                            <p:cTn id="201" dur="1200"/>
                            <p:tgtEl>
                              <p:spTgt spid="118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6" presetSubtype="1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circle(in)">
                          <p:cBhvr>
                            <p:cTn id="202" dur="1200"/>
                            <p:tgtEl>
                              <p:spTgt spid="119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6" presetSubtype="3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circle(out)">
                          <p:cBhvr>
                            <p:cTn id="203" dur="1200"/>
                            <p:tgtEl>
                              <p:spTgt spid="120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8" presetSubtype="1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diamond(in)">
                          <p:cBhvr>
                            <p:cTn id="204" dur="1200"/>
                            <p:tgtEl>
                              <p:spTgt spid="121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8" presetSubtype="3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diamond(out)">
                          <p:cBhvr>
                            <p:cTn id="205" dur="1200"/>
                            <p:tgtEl>
                              <p:spTgt spid="122"/>
                            </p:tgtEl>
                          </p:cBhvr>
                        </p:animEffect>
                      </p:childTnLst>
                    </p:cTn>
                  </p:par>
                  <p:par>
                    <p:cTn id="16" presetID="13" presetSubtype="1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plus(in)">
                          <p:cBhvr>
                            <p:cTn id="206" dur="1200"/>
                            <p:tgtEl>
                              <p:spTgt spid="123"/>
                            </p:tgtEl>
                          </p:cBhvr>
                        </p:animEffect>
                      </p:childTnLst>
                    </p:cTn>
                  </p:par>
                  <p:par>
                    <p:cTn id="17" presetID="13" presetSubtype="3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plus(out)">
                          <p:cBhvr>
                            <p:cTn id="207" dur="1200"/>
                            <p:tgtEl>
                              <p:spTgt spid="1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plit-out-v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split-out-v</a:t>
            </a:r>
          </a:p>
        </p:txBody>
      </p:sp>
      <p:sp>
        <p:nvSpPr>
          <p:cNvPr id="126" name="split-in-v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split-in-v</a:t>
            </a:r>
          </a:p>
        </p:txBody>
      </p:sp>
      <p:sp>
        <p:nvSpPr>
          <p:cNvPr id="127" name="split-out-h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split-out-h</a:t>
            </a:r>
          </a:p>
        </p:txBody>
      </p:sp>
      <p:sp>
        <p:nvSpPr>
          <p:cNvPr id="128" name="wheel-1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wheel-1</a:t>
            </a:r>
          </a:p>
        </p:txBody>
      </p:sp>
      <p:sp>
        <p:nvSpPr>
          <p:cNvPr id="129" name="wheel-4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wheel-4</a:t>
            </a:r>
          </a:p>
        </p:txBody>
      </p:sp>
      <p:sp>
        <p:nvSpPr>
          <p:cNvPr id="130" name="wheel-8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wheel-8</a:t>
            </a:r>
          </a:p>
        </p:txBody>
      </p:sp>
      <p:sp>
        <p:nvSpPr>
          <p:cNvPr id="131" name="grow-turn"/>
          <p:cNvSpPr/>
          <p:nvPr/>
        </p:nvSpPr>
        <p:spPr>
          <a:xfrm>
            <a:off x="6143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grow-turn</a:t>
            </a:r>
          </a:p>
        </p:txBody>
      </p:sp>
      <p:sp>
        <p:nvSpPr>
          <p:cNvPr id="132" name="spin-in"/>
          <p:cNvSpPr/>
          <p:nvPr/>
        </p:nvSpPr>
        <p:spPr>
          <a:xfrm>
            <a:off x="9001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spin-in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16" presetSubtype="42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arn(outVertical)">
                          <p:cBhvr>
                            <p:cTn id="200" dur="1200"/>
                            <p:tgtEl>
                              <p:spTgt spid="125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16" presetSubtype="26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arn(inVertical)">
                          <p:cBhvr>
                            <p:cTn id="201" dur="1200"/>
                            <p:tgtEl>
                              <p:spTgt spid="126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16" presetSubtype="37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barn(outHorizontal)">
                          <p:cBhvr>
                            <p:cTn id="202" dur="1200"/>
                            <p:tgtEl>
                              <p:spTgt spid="127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21" presetSubtype="1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wheel(1)">
                          <p:cBhvr>
                            <p:cTn id="203" dur="1200"/>
                            <p:tgtEl>
                              <p:spTgt spid="128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21" presetSubtype="4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wheel(4)">
                          <p:cBhvr>
                            <p:cTn id="204" dur="1200"/>
                            <p:tgtEl>
                              <p:spTgt spid="129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21" presetSubtype="8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wheel(8)">
                          <p:cBhvr>
                            <p:cTn id="205" dur="1200"/>
                            <p:tgtEl>
                              <p:spTgt spid="130"/>
                            </p:tgtEl>
                          </p:cBhvr>
                        </p:animEffect>
                      </p:childTnLst>
                    </p:cTn>
                  </p:par>
                  <p:par>
                    <p:cTn id="16" presetID="31" presetSubtype="0" presetClass="entr" nodeType="clickEffect" dur="1200" fill="hold">
                      <p:stCondLst>
                        <p:cond delay="0"/>
                      </p:stCondLst>
                      <p:childTnLst>
                        <p:animScale>
                          <p:cBhvr>
                            <p:cTn id="206" dur="1200"/>
                            <p:tgtEl>
                              <p:spTgt spid="131"/>
                            </p:tgtEl>
                          </p:cBhvr>
                          <p:from x="0" y="0"/>
                          <p:to x="100000" y="100000"/>
                        </p:animScale>
                        <p:animRot by="5400000">
                          <p:cBhvr>
                            <p:cTn id="306" dur="1200"/>
                            <p:tgtEl>
                              <p:spTgt spid="131"/>
                            </p:tgtEl>
                          </p:cBhvr>
                        </p:animRot>
                      </p:childTnLst>
                    </p:cTn>
                  </p:par>
                  <p:par>
                    <p:cTn id="17" presetID="61" presetSubtype="0" presetClass="entr" nodeType="clickEffect" dur="1200" fill="hold">
                      <p:stCondLst>
                        <p:cond delay="0"/>
                      </p:stCondLst>
                      <p:childTnLst>
                        <p:animRot by="10800000">
                          <p:cBhvr>
                            <p:cTn id="207" dur="1200"/>
                            <p:tgtEl>
                              <p:spTgt spid="132"/>
                            </p:tgtEl>
                          </p:cBhvr>
                        </p:animRo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float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float</a:t>
            </a:r>
          </a:p>
        </p:txBody>
      </p:sp>
      <p:sp>
        <p:nvSpPr>
          <p:cNvPr id="134" name="bounce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bounce</a:t>
            </a:r>
          </a:p>
        </p:txBody>
      </p:sp>
      <p:sp>
        <p:nvSpPr>
          <p:cNvPr id="135" name="dissolve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dissolve</a:t>
            </a:r>
          </a:p>
        </p:txBody>
      </p:sp>
      <p:sp>
        <p:nvSpPr>
          <p:cNvPr id="136" name="stretch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stretch</a:t>
            </a:r>
          </a:p>
        </p:txBody>
      </p:sp>
      <p:sp>
        <p:nvSpPr>
          <p:cNvPr id="137" name="swivel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swivel</a:t>
            </a:r>
          </a:p>
        </p:txBody>
      </p:sp>
      <p:sp>
        <p:nvSpPr>
          <p:cNvPr id="138" name="random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random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30" presetSubtype="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lide(fromBottom)">
                          <p:cBhvr>
                            <p:cTn id="200" dur="1200"/>
                            <p:tgtEl>
                              <p:spTgt spid="133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26" presetSubtype="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slide(fromTop)">
                          <p:cBhvr>
                            <p:cTn id="201" dur="1200"/>
                            <p:tgtEl>
                              <p:spTgt spid="134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9" presetSubtype="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dissolve">
                          <p:cBhvr>
                            <p:cTn id="202" dur="1200"/>
                            <p:tgtEl>
                              <p:spTgt spid="135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7" presetSubtype="10" presetClass="entr" nodeType="clickEffect" dur="1200" fill="hold">
                      <p:stCondLst>
                        <p:cond delay="0"/>
                      </p:stCondLst>
                      <p:childTnLst>
                        <p:animScale>
                          <p:cBhvr>
                            <p:cTn id="203" dur="1200"/>
                            <p:tgtEl>
                              <p:spTgt spid="136"/>
                            </p:tgtEl>
                          </p:cBhvr>
                          <p:from x="20000" y="20000"/>
                          <p:to x="100000" y="100000"/>
                        </p:animScale>
                      </p:childTnLst>
                    </p:cTn>
                  </p:par>
                  <p:par>
                    <p:cTn id="14" presetID="19" presetSubtype="0" presetClass="entr" nodeType="clickEffect" dur="1200" fill="hold">
                      <p:stCondLst>
                        <p:cond delay="0"/>
                      </p:stCondLst>
                      <p:childTnLst>
                        <p:animRot by="10800000">
                          <p:cBhvr>
                            <p:cTn id="204" dur="1200"/>
                            <p:tgtEl>
                              <p:spTgt spid="137"/>
                            </p:tgtEl>
                          </p:cBhvr>
                        </p:animRot>
                      </p:childTnLst>
                    </p:cTn>
                  </p:par>
                  <p:par>
                    <p:cTn id="15" presetID="24" presetSubtype="0" presetClass="entr" nodeType="clickEffect" dur="1200" fill="hold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05" dur="1200"/>
                            <p:tgtEl>
                              <p:spTgt spid="13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exit-circle"/>
          <p:cNvSpPr/>
          <p:nvPr/>
        </p:nvSpPr>
        <p:spPr>
          <a:xfrm>
            <a:off x="428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exit-circle</a:t>
            </a:r>
          </a:p>
        </p:txBody>
      </p:sp>
      <p:sp>
        <p:nvSpPr>
          <p:cNvPr id="140" name="exit-checker"/>
          <p:cNvSpPr/>
          <p:nvPr/>
        </p:nvSpPr>
        <p:spPr>
          <a:xfrm>
            <a:off x="3286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exit-checker</a:t>
            </a:r>
          </a:p>
        </p:txBody>
      </p:sp>
      <p:sp>
        <p:nvSpPr>
          <p:cNvPr id="141" name="exit-wheel"/>
          <p:cNvSpPr/>
          <p:nvPr/>
        </p:nvSpPr>
        <p:spPr>
          <a:xfrm>
            <a:off x="61436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exit-wheel</a:t>
            </a:r>
          </a:p>
        </p:txBody>
      </p:sp>
      <p:sp>
        <p:nvSpPr>
          <p:cNvPr id="142" name="exit-split"/>
          <p:cNvSpPr/>
          <p:nvPr/>
        </p:nvSpPr>
        <p:spPr>
          <a:xfrm>
            <a:off x="9001125" y="95250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exit-split</a:t>
            </a:r>
          </a:p>
        </p:txBody>
      </p:sp>
      <p:sp>
        <p:nvSpPr>
          <p:cNvPr id="143" name="exit-box"/>
          <p:cNvSpPr/>
          <p:nvPr/>
        </p:nvSpPr>
        <p:spPr>
          <a:xfrm>
            <a:off x="4286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exit-box</a:t>
            </a:r>
          </a:p>
        </p:txBody>
      </p:sp>
      <p:sp>
        <p:nvSpPr>
          <p:cNvPr id="144" name="emphasis-opacity"/>
          <p:cNvSpPr/>
          <p:nvPr/>
        </p:nvSpPr>
        <p:spPr>
          <a:xfrm>
            <a:off x="3286125" y="3905250"/>
            <a:ext cx="2190750" cy="13335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emphasis-opacity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10" presetID="6" presetSubtype="16" presetClass="exit" nodeType="clickEffect" dur="1200" fill="hold">
                      <p:stCondLst>
                        <p:cond delay="0"/>
                      </p:stCondLst>
                      <p:childTnLst>
                        <p:animEffect transition="out" filter="circle(in)">
                          <p:cBhvr>
                            <p:cTn id="200" dur="1200"/>
                            <p:tgtEl>
                              <p:spTgt spid="139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5" presetSubtype="5" presetClass="exit" nodeType="clickEffect" dur="1200" fill="hold">
                      <p:stCondLst>
                        <p:cond delay="0"/>
                      </p:stCondLst>
                      <p:childTnLst>
                        <p:animEffect transition="out" filter="checkerboard(across)">
                          <p:cBhvr>
                            <p:cTn id="201" dur="1200"/>
                            <p:tgtEl>
                              <p:spTgt spid="140"/>
                            </p:tgtEl>
                          </p:cBhvr>
                        </p:animEffect>
                      </p:childTnLst>
                    </p:cTn>
                  </p:par>
                  <p:par>
                    <p:cTn id="12" presetID="21" presetSubtype="4" presetClass="exit" nodeType="clickEffect" dur="1200" fill="hold">
                      <p:stCondLst>
                        <p:cond delay="0"/>
                      </p:stCondLst>
                      <p:childTnLst>
                        <p:animEffect transition="out" filter="wheel(4)">
                          <p:cBhvr>
                            <p:cTn id="202" dur="1200"/>
                            <p:tgtEl>
                              <p:spTgt spid="141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6" presetSubtype="42" presetClass="exit" nodeType="clickEffect" dur="1200" fill="hold">
                      <p:stCondLst>
                        <p:cond delay="0"/>
                      </p:stCondLst>
                      <p:childTnLst>
                        <p:animEffect transition="out" filter="barn(outVertical)">
                          <p:cBhvr>
                            <p:cTn id="203" dur="1200"/>
                            <p:tgtEl>
                              <p:spTgt spid="142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23" presetSubtype="16" presetClass="exit" nodeType="clickEffect" dur="1200" fill="hold">
                      <p:stCondLst>
                        <p:cond delay="0"/>
                      </p:stCondLst>
                      <p:childTnLst>
                        <p:animEffect transition="out" filter="box(in)">
                          <p:cBhvr>
                            <p:cTn id="204" dur="1200"/>
                            <p:tgtEl>
                              <p:spTgt spid="143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62" presetSubtype="0" presetClass="emph" nodeType="clickEffect" dur="1200" fill="hold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05" dur="1200"/>
                            <p:tgtEl>
                              <p:spTgt spid="14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Animation Effects">
  <a:themeElements>
    <a:clrScheme name="Animation Effec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nimation Effec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nimation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