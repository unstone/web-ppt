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ppear"/>
          <p:cNvSpPr/>
          <p:nvPr/>
        </p:nvSpPr>
        <p:spPr>
          <a:xfrm>
            <a:off x="428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appear</a:t>
            </a:r>
          </a:p>
        </p:txBody>
      </p:sp>
      <p:sp>
        <p:nvSpPr>
          <p:cNvPr id="102" name="fade"/>
          <p:cNvSpPr/>
          <p:nvPr/>
        </p:nvSpPr>
        <p:spPr>
          <a:xfrm>
            <a:off x="3286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fade</a:t>
            </a:r>
          </a:p>
        </p:txBody>
      </p:sp>
      <p:sp>
        <p:nvSpPr>
          <p:cNvPr id="103" name="fly-bottom"/>
          <p:cNvSpPr/>
          <p:nvPr/>
        </p:nvSpPr>
        <p:spPr>
          <a:xfrm>
            <a:off x="6143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fly-bottom</a:t>
            </a:r>
          </a:p>
        </p:txBody>
      </p:sp>
      <p:sp>
        <p:nvSpPr>
          <p:cNvPr id="104" name="fly-left"/>
          <p:cNvSpPr/>
          <p:nvPr/>
        </p:nvSpPr>
        <p:spPr>
          <a:xfrm>
            <a:off x="9001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fly-left</a:t>
            </a:r>
          </a:p>
        </p:txBody>
      </p:sp>
      <p:sp>
        <p:nvSpPr>
          <p:cNvPr id="105" name="wipe-up"/>
          <p:cNvSpPr/>
          <p:nvPr/>
        </p:nvSpPr>
        <p:spPr>
          <a:xfrm>
            <a:off x="428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wipe-up</a:t>
            </a:r>
          </a:p>
        </p:txBody>
      </p:sp>
      <p:sp>
        <p:nvSpPr>
          <p:cNvPr id="106" name="zoom"/>
          <p:cNvSpPr/>
          <p:nvPr/>
        </p:nvSpPr>
        <p:spPr>
          <a:xfrm>
            <a:off x="3286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zoom</a:t>
            </a:r>
          </a:p>
        </p:txBody>
      </p:sp>
      <p:sp>
        <p:nvSpPr>
          <p:cNvPr id="107" name="box-in"/>
          <p:cNvSpPr/>
          <p:nvPr/>
        </p:nvSpPr>
        <p:spPr>
          <a:xfrm>
            <a:off x="6143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box-in</a:t>
            </a:r>
          </a:p>
        </p:txBody>
      </p:sp>
      <p:sp>
        <p:nvSpPr>
          <p:cNvPr id="108" name="box-out"/>
          <p:cNvSpPr/>
          <p:nvPr/>
        </p:nvSpPr>
        <p:spPr>
          <a:xfrm>
            <a:off x="9001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box-out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10" presetID="1" presetSubtype="0" presetClass="entr" nodeType="clickEffect" dur="1200" fill="hold">
                      <p:stCondLst>
                        <p:cond delay="0"/>
                      </p:stCondLst>
                      <p:childTnLst>
                        <p:set>
                          <p:cBhvr>
                            <p:cTn id="200" dur="1"/>
                            <p:tgtEl>
                              <p:spTgt spid="101"/>
                            </p:tgtEl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presetID="10" presetSubtype="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01" dur="1200"/>
                            <p:tgtEl>
                              <p:spTgt spid="102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2" presetSubtype="4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lide(fromBottom)">
                          <p:cBhvr>
                            <p:cTn id="202" dur="1200"/>
                            <p:tgtEl>
                              <p:spTgt spid="103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2" presetSubtype="8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lide(fromLeft)">
                          <p:cBhvr>
                            <p:cTn id="203" dur="1200"/>
                            <p:tgtEl>
                              <p:spTgt spid="104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22" presetSubtype="1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wipe(up)">
                          <p:cBhvr>
                            <p:cTn id="204" dur="1200"/>
                            <p:tgtEl>
                              <p:spTgt spid="105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23" presetSubtype="16" presetClass="entr" nodeType="clickEffect" dur="120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205" dur="1200"/>
                            <p:tgtEl>
                              <p:spTgt spid="106"/>
                            </p:tgtEl>
                          </p:cBhvr>
                          <p:from x="0" y="0"/>
                          <p:to x="100000" y="100000"/>
                        </p:animScale>
                      </p:childTnLst>
                    </p:cTn>
                  </p:par>
                  <p:par>
                    <p:cTn id="16" presetID="4" presetSubtype="16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box(in)">
                          <p:cBhvr>
                            <p:cTn id="206" dur="1200"/>
                            <p:tgtEl>
                              <p:spTgt spid="107"/>
                            </p:tgtEl>
                          </p:cBhvr>
                        </p:animEffect>
                      </p:childTnLst>
                    </p:cTn>
                  </p:par>
                  <p:par>
                    <p:cTn id="17" presetID="4" presetSubtype="32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box(out)">
                          <p:cBhvr>
                            <p:cTn id="207" dur="1200"/>
                            <p:tgtEl>
                              <p:spTgt spid="10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blinds-h"/>
          <p:cNvSpPr/>
          <p:nvPr/>
        </p:nvSpPr>
        <p:spPr>
          <a:xfrm>
            <a:off x="428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blinds-h</a:t>
            </a:r>
          </a:p>
        </p:txBody>
      </p:sp>
      <p:sp>
        <p:nvSpPr>
          <p:cNvPr id="110" name="blinds-v"/>
          <p:cNvSpPr/>
          <p:nvPr/>
        </p:nvSpPr>
        <p:spPr>
          <a:xfrm>
            <a:off x="3286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blinds-v</a:t>
            </a:r>
          </a:p>
        </p:txBody>
      </p:sp>
      <p:sp>
        <p:nvSpPr>
          <p:cNvPr id="111" name="checker-across"/>
          <p:cNvSpPr/>
          <p:nvPr/>
        </p:nvSpPr>
        <p:spPr>
          <a:xfrm>
            <a:off x="6143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checker-across</a:t>
            </a:r>
          </a:p>
        </p:txBody>
      </p:sp>
      <p:sp>
        <p:nvSpPr>
          <p:cNvPr id="112" name="checker-down"/>
          <p:cNvSpPr/>
          <p:nvPr/>
        </p:nvSpPr>
        <p:spPr>
          <a:xfrm>
            <a:off x="9001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checker-down</a:t>
            </a:r>
          </a:p>
        </p:txBody>
      </p:sp>
      <p:sp>
        <p:nvSpPr>
          <p:cNvPr id="113" name="random-bars-h"/>
          <p:cNvSpPr/>
          <p:nvPr/>
        </p:nvSpPr>
        <p:spPr>
          <a:xfrm>
            <a:off x="428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random-bars-h</a:t>
            </a:r>
          </a:p>
        </p:txBody>
      </p:sp>
      <p:sp>
        <p:nvSpPr>
          <p:cNvPr id="114" name="random-bars-v"/>
          <p:cNvSpPr/>
          <p:nvPr/>
        </p:nvSpPr>
        <p:spPr>
          <a:xfrm>
            <a:off x="3286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random-bars-v</a:t>
            </a:r>
          </a:p>
        </p:txBody>
      </p:sp>
      <p:sp>
        <p:nvSpPr>
          <p:cNvPr id="115" name="strips-dl"/>
          <p:cNvSpPr/>
          <p:nvPr/>
        </p:nvSpPr>
        <p:spPr>
          <a:xfrm>
            <a:off x="6143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strips-dl</a:t>
            </a:r>
          </a:p>
        </p:txBody>
      </p:sp>
      <p:sp>
        <p:nvSpPr>
          <p:cNvPr id="116" name="strips-ul"/>
          <p:cNvSpPr/>
          <p:nvPr/>
        </p:nvSpPr>
        <p:spPr>
          <a:xfrm>
            <a:off x="9001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strips-ul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10" presetID="3" presetSubtype="5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blinds(horizontal)">
                          <p:cBhvr>
                            <p:cTn id="200" dur="1200"/>
                            <p:tgtEl>
                              <p:spTgt spid="109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3" presetSubtype="1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blinds(vertical)">
                          <p:cBhvr>
                            <p:cTn id="201" dur="1200"/>
                            <p:tgtEl>
                              <p:spTgt spid="110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5" presetSubtype="5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checkerboard(across)">
                          <p:cBhvr>
                            <p:cTn id="202" dur="1200"/>
                            <p:tgtEl>
                              <p:spTgt spid="111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5" presetSubtype="1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checkerboard(down)">
                          <p:cBhvr>
                            <p:cTn id="203" dur="1200"/>
                            <p:tgtEl>
                              <p:spTgt spid="112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14" presetSubtype="5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randombar(horizontal)">
                          <p:cBhvr>
                            <p:cTn id="204" dur="1200"/>
                            <p:tgtEl>
                              <p:spTgt spid="113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4" presetSubtype="1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randombar(vertical)">
                          <p:cBhvr>
                            <p:cTn id="205" dur="1200"/>
                            <p:tgtEl>
                              <p:spTgt spid="114"/>
                            </p:tgtEl>
                          </p:cBhvr>
                        </p:animEffect>
                      </p:childTnLst>
                    </p:cTn>
                  </p:par>
                  <p:par>
                    <p:cTn id="16" presetID="18" presetSubtype="12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trips(downLeft)">
                          <p:cBhvr>
                            <p:cTn id="206" dur="1200"/>
                            <p:tgtEl>
                              <p:spTgt spid="115"/>
                            </p:tgtEl>
                          </p:cBhvr>
                        </p:animEffect>
                      </p:childTnLst>
                    </p:cTn>
                  </p:par>
                  <p:par>
                    <p:cTn id="17" presetID="18" presetSubtype="9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trips(upLeft)">
                          <p:cBhvr>
                            <p:cTn id="207" dur="1200"/>
                            <p:tgtEl>
                              <p:spTgt spid="1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trips-dr"/>
          <p:cNvSpPr/>
          <p:nvPr/>
        </p:nvSpPr>
        <p:spPr>
          <a:xfrm>
            <a:off x="428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strips-dr</a:t>
            </a:r>
          </a:p>
        </p:txBody>
      </p:sp>
      <p:sp>
        <p:nvSpPr>
          <p:cNvPr id="118" name="strips-ur"/>
          <p:cNvSpPr/>
          <p:nvPr/>
        </p:nvSpPr>
        <p:spPr>
          <a:xfrm>
            <a:off x="3286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strips-ur</a:t>
            </a:r>
          </a:p>
        </p:txBody>
      </p:sp>
      <p:sp>
        <p:nvSpPr>
          <p:cNvPr id="119" name="circle-in"/>
          <p:cNvSpPr/>
          <p:nvPr/>
        </p:nvSpPr>
        <p:spPr>
          <a:xfrm>
            <a:off x="6143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circle-in</a:t>
            </a:r>
          </a:p>
        </p:txBody>
      </p:sp>
      <p:sp>
        <p:nvSpPr>
          <p:cNvPr id="120" name="circle-out"/>
          <p:cNvSpPr/>
          <p:nvPr/>
        </p:nvSpPr>
        <p:spPr>
          <a:xfrm>
            <a:off x="9001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circle-out</a:t>
            </a:r>
          </a:p>
        </p:txBody>
      </p:sp>
      <p:sp>
        <p:nvSpPr>
          <p:cNvPr id="121" name="diamond-in"/>
          <p:cNvSpPr/>
          <p:nvPr/>
        </p:nvSpPr>
        <p:spPr>
          <a:xfrm>
            <a:off x="428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diamond-in</a:t>
            </a:r>
          </a:p>
        </p:txBody>
      </p:sp>
      <p:sp>
        <p:nvSpPr>
          <p:cNvPr id="122" name="diamond-out"/>
          <p:cNvSpPr/>
          <p:nvPr/>
        </p:nvSpPr>
        <p:spPr>
          <a:xfrm>
            <a:off x="3286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diamond-out</a:t>
            </a:r>
          </a:p>
        </p:txBody>
      </p:sp>
      <p:sp>
        <p:nvSpPr>
          <p:cNvPr id="123" name="plus-in"/>
          <p:cNvSpPr/>
          <p:nvPr/>
        </p:nvSpPr>
        <p:spPr>
          <a:xfrm>
            <a:off x="6143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plus-in</a:t>
            </a:r>
          </a:p>
        </p:txBody>
      </p:sp>
      <p:sp>
        <p:nvSpPr>
          <p:cNvPr id="124" name="plus-out"/>
          <p:cNvSpPr/>
          <p:nvPr/>
        </p:nvSpPr>
        <p:spPr>
          <a:xfrm>
            <a:off x="9001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plus-out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10" presetID="18" presetSubtype="3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trips(downRight)">
                          <p:cBhvr>
                            <p:cTn id="200" dur="1200"/>
                            <p:tgtEl>
                              <p:spTgt spid="117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8" presetSubtype="6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trips(upRight)">
                          <p:cBhvr>
                            <p:cTn id="201" dur="1200"/>
                            <p:tgtEl>
                              <p:spTgt spid="118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6" presetSubtype="16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circle(in)">
                          <p:cBhvr>
                            <p:cTn id="202" dur="1200"/>
                            <p:tgtEl>
                              <p:spTgt spid="119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6" presetSubtype="32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circle(out)">
                          <p:cBhvr>
                            <p:cTn id="203" dur="1200"/>
                            <p:tgtEl>
                              <p:spTgt spid="120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8" presetSubtype="16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diamond(in)">
                          <p:cBhvr>
                            <p:cTn id="204" dur="1200"/>
                            <p:tgtEl>
                              <p:spTgt spid="121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8" presetSubtype="32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diamond(out)">
                          <p:cBhvr>
                            <p:cTn id="205" dur="1200"/>
                            <p:tgtEl>
                              <p:spTgt spid="122"/>
                            </p:tgtEl>
                          </p:cBhvr>
                        </p:animEffect>
                      </p:childTnLst>
                    </p:cTn>
                  </p:par>
                  <p:par>
                    <p:cTn id="16" presetID="13" presetSubtype="16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plus(in)">
                          <p:cBhvr>
                            <p:cTn id="206" dur="1200"/>
                            <p:tgtEl>
                              <p:spTgt spid="123"/>
                            </p:tgtEl>
                          </p:cBhvr>
                        </p:animEffect>
                      </p:childTnLst>
                    </p:cTn>
                  </p:par>
                  <p:par>
                    <p:cTn id="17" presetID="13" presetSubtype="32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plus(out)">
                          <p:cBhvr>
                            <p:cTn id="207" dur="1200"/>
                            <p:tgtEl>
                              <p:spTgt spid="1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plit-out-v"/>
          <p:cNvSpPr/>
          <p:nvPr/>
        </p:nvSpPr>
        <p:spPr>
          <a:xfrm>
            <a:off x="428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split-out-v</a:t>
            </a:r>
          </a:p>
        </p:txBody>
      </p:sp>
      <p:sp>
        <p:nvSpPr>
          <p:cNvPr id="126" name="split-in-v"/>
          <p:cNvSpPr/>
          <p:nvPr/>
        </p:nvSpPr>
        <p:spPr>
          <a:xfrm>
            <a:off x="3286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split-in-v</a:t>
            </a:r>
          </a:p>
        </p:txBody>
      </p:sp>
      <p:sp>
        <p:nvSpPr>
          <p:cNvPr id="127" name="split-out-h"/>
          <p:cNvSpPr/>
          <p:nvPr/>
        </p:nvSpPr>
        <p:spPr>
          <a:xfrm>
            <a:off x="6143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split-out-h</a:t>
            </a:r>
          </a:p>
        </p:txBody>
      </p:sp>
      <p:sp>
        <p:nvSpPr>
          <p:cNvPr id="128" name="wheel-1"/>
          <p:cNvSpPr/>
          <p:nvPr/>
        </p:nvSpPr>
        <p:spPr>
          <a:xfrm>
            <a:off x="9001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wheel-1</a:t>
            </a:r>
          </a:p>
        </p:txBody>
      </p:sp>
      <p:sp>
        <p:nvSpPr>
          <p:cNvPr id="129" name="wheel-4"/>
          <p:cNvSpPr/>
          <p:nvPr/>
        </p:nvSpPr>
        <p:spPr>
          <a:xfrm>
            <a:off x="428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wheel-4</a:t>
            </a:r>
          </a:p>
        </p:txBody>
      </p:sp>
      <p:sp>
        <p:nvSpPr>
          <p:cNvPr id="130" name="wheel-8"/>
          <p:cNvSpPr/>
          <p:nvPr/>
        </p:nvSpPr>
        <p:spPr>
          <a:xfrm>
            <a:off x="3286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wheel-8</a:t>
            </a:r>
          </a:p>
        </p:txBody>
      </p:sp>
      <p:sp>
        <p:nvSpPr>
          <p:cNvPr id="131" name="grow-turn"/>
          <p:cNvSpPr/>
          <p:nvPr/>
        </p:nvSpPr>
        <p:spPr>
          <a:xfrm>
            <a:off x="6143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grow-turn</a:t>
            </a:r>
          </a:p>
        </p:txBody>
      </p:sp>
      <p:sp>
        <p:nvSpPr>
          <p:cNvPr id="132" name="spin-in"/>
          <p:cNvSpPr/>
          <p:nvPr/>
        </p:nvSpPr>
        <p:spPr>
          <a:xfrm>
            <a:off x="9001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spin-in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10" presetID="16" presetSubtype="42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barn(outVertical)">
                          <p:cBhvr>
                            <p:cTn id="200" dur="1200"/>
                            <p:tgtEl>
                              <p:spTgt spid="125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16" presetSubtype="26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barn(inVertical)">
                          <p:cBhvr>
                            <p:cTn id="201" dur="1200"/>
                            <p:tgtEl>
                              <p:spTgt spid="126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6" presetSubtype="37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barn(outHorizontal)">
                          <p:cBhvr>
                            <p:cTn id="202" dur="1200"/>
                            <p:tgtEl>
                              <p:spTgt spid="127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21" presetSubtype="1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wheel(1)">
                          <p:cBhvr>
                            <p:cTn id="203" dur="1200"/>
                            <p:tgtEl>
                              <p:spTgt spid="128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21" presetSubtype="4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wheel(4)">
                          <p:cBhvr>
                            <p:cTn id="204" dur="1200"/>
                            <p:tgtEl>
                              <p:spTgt spid="129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21" presetSubtype="8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wheel(8)">
                          <p:cBhvr>
                            <p:cTn id="205" dur="1200"/>
                            <p:tgtEl>
                              <p:spTgt spid="130"/>
                            </p:tgtEl>
                          </p:cBhvr>
                        </p:animEffect>
                      </p:childTnLst>
                    </p:cTn>
                  </p:par>
                  <p:par>
                    <p:cTn id="16" presetID="31" presetSubtype="0" presetClass="entr" nodeType="clickEffect" dur="120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206" dur="1200"/>
                            <p:tgtEl>
                              <p:spTgt spid="131"/>
                            </p:tgtEl>
                          </p:cBhvr>
                          <p:from x="0" y="0"/>
                          <p:to x="100000" y="100000"/>
                        </p:animScale>
                        <p:animRot by="5400000">
                          <p:cBhvr>
                            <p:cTn id="306" dur="1200"/>
                            <p:tgtEl>
                              <p:spTgt spid="131"/>
                            </p:tgtEl>
                          </p:cBhvr>
                        </p:animRot>
                      </p:childTnLst>
                    </p:cTn>
                  </p:par>
                  <p:par>
                    <p:cTn id="17" presetID="61" presetSubtype="0" presetClass="entr" nodeType="clickEffect" dur="1200" fill="hold">
                      <p:stCondLst>
                        <p:cond delay="0"/>
                      </p:stCondLst>
                      <p:childTnLst>
                        <p:animRot by="10800000">
                          <p:cBhvr>
                            <p:cTn id="207" dur="1200"/>
                            <p:tgtEl>
                              <p:spTgt spid="132"/>
                            </p:tgtEl>
                          </p:cBhvr>
                        </p:animRo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loat"/>
          <p:cNvSpPr/>
          <p:nvPr/>
        </p:nvSpPr>
        <p:spPr>
          <a:xfrm>
            <a:off x="428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float</a:t>
            </a:r>
          </a:p>
        </p:txBody>
      </p:sp>
      <p:sp>
        <p:nvSpPr>
          <p:cNvPr id="134" name="bounce"/>
          <p:cNvSpPr/>
          <p:nvPr/>
        </p:nvSpPr>
        <p:spPr>
          <a:xfrm>
            <a:off x="3286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bounce</a:t>
            </a:r>
          </a:p>
        </p:txBody>
      </p:sp>
      <p:sp>
        <p:nvSpPr>
          <p:cNvPr id="135" name="dissolve"/>
          <p:cNvSpPr/>
          <p:nvPr/>
        </p:nvSpPr>
        <p:spPr>
          <a:xfrm>
            <a:off x="6143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dissolve</a:t>
            </a:r>
          </a:p>
        </p:txBody>
      </p:sp>
      <p:sp>
        <p:nvSpPr>
          <p:cNvPr id="136" name="stretch"/>
          <p:cNvSpPr/>
          <p:nvPr/>
        </p:nvSpPr>
        <p:spPr>
          <a:xfrm>
            <a:off x="9001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stretch</a:t>
            </a:r>
          </a:p>
        </p:txBody>
      </p:sp>
      <p:sp>
        <p:nvSpPr>
          <p:cNvPr id="137" name="swivel"/>
          <p:cNvSpPr/>
          <p:nvPr/>
        </p:nvSpPr>
        <p:spPr>
          <a:xfrm>
            <a:off x="428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swivel</a:t>
            </a:r>
          </a:p>
        </p:txBody>
      </p:sp>
      <p:sp>
        <p:nvSpPr>
          <p:cNvPr id="138" name="random"/>
          <p:cNvSpPr/>
          <p:nvPr/>
        </p:nvSpPr>
        <p:spPr>
          <a:xfrm>
            <a:off x="3286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random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10" presetID="30" presetSubtype="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lide(fromBottom)">
                          <p:cBhvr>
                            <p:cTn id="200" dur="1200"/>
                            <p:tgtEl>
                              <p:spTgt spid="133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26" presetSubtype="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slide(fromTop)">
                          <p:cBhvr>
                            <p:cTn id="201" dur="1200"/>
                            <p:tgtEl>
                              <p:spTgt spid="134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9" presetSubtype="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dissolve">
                          <p:cBhvr>
                            <p:cTn id="202" dur="1200"/>
                            <p:tgtEl>
                              <p:spTgt spid="135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7" presetSubtype="10" presetClass="entr" nodeType="clickEffect" dur="1200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203" dur="1200"/>
                            <p:tgtEl>
                              <p:spTgt spid="136"/>
                            </p:tgtEl>
                          </p:cBhvr>
                          <p:from x="20000" y="20000"/>
                          <p:to x="100000" y="100000"/>
                        </p:animScale>
                      </p:childTnLst>
                    </p:cTn>
                  </p:par>
                  <p:par>
                    <p:cTn id="14" presetID="19" presetSubtype="0" presetClass="entr" nodeType="clickEffect" dur="1200" fill="hold">
                      <p:stCondLst>
                        <p:cond delay="0"/>
                      </p:stCondLst>
                      <p:childTnLst>
                        <p:animRot by="10800000">
                          <p:cBhvr>
                            <p:cTn id="204" dur="1200"/>
                            <p:tgtEl>
                              <p:spTgt spid="137"/>
                            </p:tgtEl>
                          </p:cBhvr>
                        </p:animRot>
                      </p:childTnLst>
                    </p:cTn>
                  </p:par>
                  <p:par>
                    <p:cTn id="15" presetID="24" presetSubtype="0" presetClass="entr" nodeType="clickEffect" dur="120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05" dur="1200"/>
                            <p:tgtEl>
                              <p:spTgt spid="13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exit-circle"/>
          <p:cNvSpPr/>
          <p:nvPr/>
        </p:nvSpPr>
        <p:spPr>
          <a:xfrm>
            <a:off x="428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exit-circle</a:t>
            </a:r>
          </a:p>
        </p:txBody>
      </p:sp>
      <p:sp>
        <p:nvSpPr>
          <p:cNvPr id="140" name="exit-checker"/>
          <p:cNvSpPr/>
          <p:nvPr/>
        </p:nvSpPr>
        <p:spPr>
          <a:xfrm>
            <a:off x="3286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exit-checker</a:t>
            </a:r>
          </a:p>
        </p:txBody>
      </p:sp>
      <p:sp>
        <p:nvSpPr>
          <p:cNvPr id="141" name="exit-wheel"/>
          <p:cNvSpPr/>
          <p:nvPr/>
        </p:nvSpPr>
        <p:spPr>
          <a:xfrm>
            <a:off x="6143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exit-wheel</a:t>
            </a:r>
          </a:p>
        </p:txBody>
      </p:sp>
      <p:sp>
        <p:nvSpPr>
          <p:cNvPr id="142" name="exit-split"/>
          <p:cNvSpPr/>
          <p:nvPr/>
        </p:nvSpPr>
        <p:spPr>
          <a:xfrm>
            <a:off x="9001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exit-split</a:t>
            </a:r>
          </a:p>
        </p:txBody>
      </p:sp>
      <p:sp>
        <p:nvSpPr>
          <p:cNvPr id="143" name="exit-box"/>
          <p:cNvSpPr/>
          <p:nvPr/>
        </p:nvSpPr>
        <p:spPr>
          <a:xfrm>
            <a:off x="428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exit-box</a:t>
            </a:r>
          </a:p>
        </p:txBody>
      </p:sp>
      <p:sp>
        <p:nvSpPr>
          <p:cNvPr id="144" name="emphasis-opacity"/>
          <p:cNvSpPr/>
          <p:nvPr/>
        </p:nvSpPr>
        <p:spPr>
          <a:xfrm>
            <a:off x="3286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emphasis-opacity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10" presetID="6" presetSubtype="16" presetClass="exit" nodeType="clickEffect" dur="1200" fill="hold">
                      <p:stCondLst>
                        <p:cond delay="0"/>
                      </p:stCondLst>
                      <p:childTnLst>
                        <p:animEffect transition="out" filter="circle(in)">
                          <p:cBhvr>
                            <p:cTn id="200" dur="1200"/>
                            <p:tgtEl>
                              <p:spTgt spid="139"/>
                            </p:tgtEl>
                          </p:cBhvr>
                        </p:animEffect>
                      </p:childTnLst>
                    </p:cTn>
                  </p:par>
                  <p:par>
                    <p:cTn id="11" presetID="5" presetSubtype="5" presetClass="exit" nodeType="clickEffect" dur="1200" fill="hold">
                      <p:stCondLst>
                        <p:cond delay="0"/>
                      </p:stCondLst>
                      <p:childTnLst>
                        <p:animEffect transition="out" filter="checkerboard(across)">
                          <p:cBhvr>
                            <p:cTn id="201" dur="1200"/>
                            <p:tgtEl>
                              <p:spTgt spid="140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21" presetSubtype="4" presetClass="exit" nodeType="clickEffect" dur="1200" fill="hold">
                      <p:stCondLst>
                        <p:cond delay="0"/>
                      </p:stCondLst>
                      <p:childTnLst>
                        <p:animEffect transition="out" filter="wheel(4)">
                          <p:cBhvr>
                            <p:cTn id="202" dur="1200"/>
                            <p:tgtEl>
                              <p:spTgt spid="141"/>
                            </p:tgtEl>
                          </p:cBhvr>
                        </p:animEffect>
                      </p:childTnLst>
                    </p:cTn>
                  </p:par>
                  <p:par>
                    <p:cTn id="13" presetID="16" presetSubtype="42" presetClass="exit" nodeType="clickEffect" dur="1200" fill="hold">
                      <p:stCondLst>
                        <p:cond delay="0"/>
                      </p:stCondLst>
                      <p:childTnLst>
                        <p:animEffect transition="out" filter="barn(outVertical)">
                          <p:cBhvr>
                            <p:cTn id="203" dur="1200"/>
                            <p:tgtEl>
                              <p:spTgt spid="142"/>
                            </p:tgtEl>
                          </p:cBhvr>
                        </p:animEffect>
                      </p:childTnLst>
                    </p:cTn>
                  </p:par>
                  <p:par>
                    <p:cTn id="14" presetID="23" presetSubtype="16" presetClass="exit" nodeType="clickEffect" dur="1200" fill="hold">
                      <p:stCondLst>
                        <p:cond delay="0"/>
                      </p:stCondLst>
                      <p:childTnLst>
                        <p:animEffect transition="out" filter="box(in)">
                          <p:cBhvr>
                            <p:cTn id="204" dur="1200"/>
                            <p:tgtEl>
                              <p:spTgt spid="143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62" presetSubtype="0" presetClass="emph" nodeType="clickEffect" dur="1200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05" dur="1200"/>
                            <p:tgtEl>
                              <p:spTgt spid="1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tretch-across"/>
          <p:cNvSpPr/>
          <p:nvPr/>
        </p:nvSpPr>
        <p:spPr>
          <a:xfrm>
            <a:off x="428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stretch-across</a:t>
            </a:r>
          </a:p>
        </p:txBody>
      </p:sp>
      <p:sp>
        <p:nvSpPr>
          <p:cNvPr id="146" name="stretch-bottom"/>
          <p:cNvSpPr/>
          <p:nvPr/>
        </p:nvSpPr>
        <p:spPr>
          <a:xfrm>
            <a:off x="3286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stretch-bottom</a:t>
            </a:r>
          </a:p>
        </p:txBody>
      </p:sp>
      <p:sp>
        <p:nvSpPr>
          <p:cNvPr id="147" name="stretch-left"/>
          <p:cNvSpPr/>
          <p:nvPr/>
        </p:nvSpPr>
        <p:spPr>
          <a:xfrm>
            <a:off x="61436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stretch-left</a:t>
            </a:r>
          </a:p>
        </p:txBody>
      </p:sp>
      <p:sp>
        <p:nvSpPr>
          <p:cNvPr id="148" name="stretch-top"/>
          <p:cNvSpPr/>
          <p:nvPr/>
        </p:nvSpPr>
        <p:spPr>
          <a:xfrm>
            <a:off x="9001125" y="95250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stretch-top</a:t>
            </a:r>
          </a:p>
        </p:txBody>
      </p:sp>
      <p:sp>
        <p:nvSpPr>
          <p:cNvPr id="149" name="stretch-right"/>
          <p:cNvSpPr/>
          <p:nvPr/>
        </p:nvSpPr>
        <p:spPr>
          <a:xfrm>
            <a:off x="428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stretch-right</a:t>
            </a:r>
          </a:p>
        </p:txBody>
      </p:sp>
      <p:sp>
        <p:nvSpPr>
          <p:cNvPr id="150" name="swivel-vert"/>
          <p:cNvSpPr/>
          <p:nvPr/>
        </p:nvSpPr>
        <p:spPr>
          <a:xfrm>
            <a:off x="3286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swivel-vert</a:t>
            </a:r>
          </a:p>
        </p:txBody>
      </p:sp>
      <p:sp>
        <p:nvSpPr>
          <p:cNvPr id="151" name="swivel-horz"/>
          <p:cNvSpPr/>
          <p:nvPr/>
        </p:nvSpPr>
        <p:spPr>
          <a:xfrm>
            <a:off x="61436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swivel-horz</a:t>
            </a:r>
          </a:p>
        </p:txBody>
      </p:sp>
      <p:sp>
        <p:nvSpPr>
          <p:cNvPr id="152" name="exit-stretch-bottom"/>
          <p:cNvSpPr/>
          <p:nvPr/>
        </p:nvSpPr>
        <p:spPr>
          <a:xfrm>
            <a:off x="9001125" y="3905250"/>
            <a:ext cx="2190750" cy="1333500"/>
          </a:xfrm>
          <a:prstGeom prst="rect">
            <a:avLst/>
          </a:prstGeom>
          <a:solidFill>
            <a:srgbClr val="4472C4"/>
          </a:solidFill>
        </p:spPr>
        <p:txBody>
          <a:bodyPr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exit-stretch-bottom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10" presetID="17" presetSubtype="10" presetClass="entr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00" dur="1200" fill="hold"/>
                            <p:tgtEl>
                              <p:spTgt spid="145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01" dur="1200" fill="hold"/>
                            <p:tgtEl>
                              <p:spTgt spid="14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02" dur="1200" fill="hold"/>
                            <p:tgtEl>
                              <p:spTgt spid="145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strVal val="#ppt_w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03" dur="1200" fill="hold"/>
                            <p:tgtEl>
                              <p:spTgt spid="145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>
                              <p:val>
                                <p:strVal val="#ppt_h"/>
                              </p:val>
                            </p:tav>
                            <p:tav tm="100000">
                              <p:val>
                                <p:strVal val="#ppt_h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" presetID="17" presetSubtype="4" presetClass="entr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10" dur="1200" fill="hold"/>
                            <p:tgtEl>
                              <p:spTgt spid="14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11" dur="1200" fill="hold"/>
                            <p:tgtEl>
                              <p:spTgt spid="14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12" dur="1200" fill="hold"/>
                            <p:tgtEl>
                              <p:spTgt spid="146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strVal val="#ppt_w"/>
                              </p:val>
                            </p:tav>
                            <p:tav tm="100000">
                              <p:val>
                                <p:strVal val="#ppt_w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13" dur="1200" fill="hold"/>
                            <p:tgtEl>
                              <p:spTgt spid="146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strVal val="#ppt_h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" presetID="17" presetSubtype="8" presetClass="entr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20" dur="1200" fill="hold"/>
                            <p:tgtEl>
                              <p:spTgt spid="14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21" dur="1200" fill="hold"/>
                            <p:tgtEl>
                              <p:spTgt spid="14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22" dur="1200" fill="hold"/>
                            <p:tgtEl>
                              <p:spTgt spid="147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strVal val="#ppt_w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23" dur="1200" fill="hold"/>
                            <p:tgtEl>
                              <p:spTgt spid="147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>
                              <p:val>
                                <p:strVal val="#ppt_h"/>
                              </p:val>
                            </p:tav>
                            <p:tav tm="100000">
                              <p:val>
                                <p:strVal val="#ppt_h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3" presetID="17" presetSubtype="1" presetClass="entr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30" dur="1200" fill="hold"/>
                            <p:tgtEl>
                              <p:spTgt spid="14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31" dur="1200" fill="hold"/>
                            <p:tgtEl>
                              <p:spTgt spid="14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32" dur="1200" fill="hold"/>
                            <p:tgtEl>
                              <p:spTgt spid="148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strVal val="#ppt_w"/>
                              </p:val>
                            </p:tav>
                            <p:tav tm="100000">
                              <p:val>
                                <p:strVal val="#ppt_w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33" dur="1200" fill="hold"/>
                            <p:tgtEl>
                              <p:spTgt spid="148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strVal val="#ppt_h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" presetID="17" presetSubtype="2" presetClass="entr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40" dur="1200" fill="hold"/>
                            <p:tgtEl>
                              <p:spTgt spid="14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+#ppt_w/2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41" dur="1200" fill="hold"/>
                            <p:tgtEl>
                              <p:spTgt spid="14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42" dur="1200" fill="hold"/>
                            <p:tgtEl>
                              <p:spTgt spid="149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strVal val="#ppt_w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43" dur="1200" fill="hold"/>
                            <p:tgtEl>
                              <p:spTgt spid="149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>
                              <p:val>
                                <p:strVal val="#ppt_h"/>
                              </p:val>
                            </p:tav>
                            <p:tav tm="100000">
                              <p:val>
                                <p:strVal val="#ppt_h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5" presetID="19" presetSubtype="10" presetClass="entr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50" dur="1200" fill="hold"/>
                            <p:tgtEl>
                              <p:spTgt spid="150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 fmla="#ppt_w*sin(2.5*pi*$)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51" dur="1200" fill="hold"/>
                            <p:tgtEl>
                              <p:spTgt spid="150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>
                              <p:val>
                                <p:strVal val="#ppt_h"/>
                              </p:val>
                            </p:tav>
                            <p:tav tm="100000">
                              <p:val>
                                <p:strVal val="#ppt_h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252" dur="1200"/>
                            <p:tgtEl>
                              <p:spTgt spid="150"/>
                            </p:tgtEl>
                          </p:cBhvr>
                        </p:animEffect>
                      </p:childTnLst>
                    </p:cTn>
                  </p:par>
                  <p:par>
                    <p:cTn id="16" presetID="19" presetSubtype="5" presetClass="entr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60" dur="1200" fill="hold"/>
                            <p:tgtEl>
                              <p:spTgt spid="151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 fmla="#ppt_h*sin(2.5*pi*$)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61" dur="1200" fill="hold"/>
                            <p:tgtEl>
                              <p:spTgt spid="151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strVal val="#ppt_w"/>
                              </p:val>
                            </p:tav>
                            <p:tav tm="100000">
                              <p:val>
                                <p:strVal val="#ppt_w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262" dur="1200"/>
                            <p:tgtEl>
                              <p:spTgt spid="151"/>
                            </p:tgtEl>
                          </p:cBhvr>
                        </p:animEffect>
                      </p:childTnLst>
                    </p:cTn>
                  </p:par>
                  <p:par>
                    <p:cTn id="17" presetID="17" presetSubtype="4" presetClass="exit" nodeType="clickEffect" dur="1200" fill="hold">
                      <p:stCondLst>
                        <p:cond delay="0"/>
                      </p:stCondLst>
                      <p:childTnLst>
                        <p:anim calcmode="lin" valueType="num">
                          <p:cBhvr>
                            <p:cTn id="270" dur="1200" fill="hold"/>
                            <p:tgtEl>
                              <p:spTgt spid="152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71" dur="1200" fill="hold"/>
                            <p:tgtEl>
                              <p:spTgt spid="15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"/>
                              </p:val>
                            </p:tav>
                            <p:tav tm="100000">
                              <p:val>
                                <p:strVal val="#ppt_y+#ppt_h/2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72" dur="1200" fill="hold"/>
                            <p:tgtEl>
                              <p:spTgt spid="152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strVal val="#ppt_w"/>
                              </p:val>
                            </p:tav>
                            <p:tav tm="100000">
                              <p:val>
                                <p:strVal val="#ppt_w"/>
                              </p:val>
                            </p:tav>
                          </p:tavLst>
                        </p:anim>
                        <p:anim calcmode="lin" valueType="num">
                          <p:cBhvr>
                            <p:cTn id="273" dur="1200" fill="hold"/>
                            <p:tgtEl>
                              <p:spTgt spid="152"/>
                            </p:tgtEl>
                            <p:attrNameLst>
                              <p:attrName>ppt_h</p:attrName>
                            </p:attrNameLst>
                          </p:cBhvr>
                          <p:tavLst>
                            <p:tav tm="0">
                              <p:val>
                                <p:strVal val="#ppt_h"/>
                              </p:val>
                            </p:tav>
                            <p:tav tm="100000">
                              <p:val>
                                <p:fltVal val="0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Animation Effects">
  <a:themeElements>
    <a:clrScheme name="Animation Effect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nimation Effec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nimation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