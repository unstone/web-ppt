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_rels/chart1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_rels/chart2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规模与转化（气泡图）</a:t>
            </a:r>
          </a:p>
        </c:rich>
      </c:tx>
    </c:title>
    <c:plotArea>
      <c:layout/>
      <c:bubbleChart>
        <c:varyColors val="0"/>
        <c:ser>
          <c:idx val="0"/>
          <c:order val="0"/>
          <c:tx>
            <c:strRef>
              <c:f>Sheet1!A1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Sheet1!B1:E1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Sheet1!B2:E2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  <c:bubbleSize>
            <c:numRef>
              <c:f>Sheet1!B3:E3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ser>
          <c:idx val="1"/>
          <c:order val="1"/>
          <c:tx>
            <c:strRef>
              <c:f>Sheet1!A4</c:f>
              <c:strCache>
                <c:ptCount val="1"/>
                <c:pt idx="0">
                  <c:v>渠道</c:v>
                </c:pt>
              </c:strCache>
            </c:strRef>
          </c:tx>
          <c:xVal>
            <c:numRef>
              <c:f>Sheet1!B4:E4</c:f>
              <c:numCache>
                <c:formatCode>General</c:formatCode>
                <c:ptCount val="4"/>
                <c:pt idx="0">
                  <c:v>15</c:v>
                </c:pt>
                <c:pt idx="1">
                  <c:v>30</c:v>
                </c:pt>
                <c:pt idx="2">
                  <c:v>45</c:v>
                </c:pt>
                <c:pt idx="3">
                  <c:v>65</c:v>
                </c:pt>
              </c:numCache>
            </c:numRef>
          </c:xVal>
          <c:yVal>
            <c:numRef>
              <c:f>Sheet1!B5:E5</c:f>
              <c:numCache>
                <c:formatCode>General</c:formatCode>
                <c:ptCount val="4"/>
                <c:pt idx="0">
                  <c:v>18</c:v>
                </c:pt>
                <c:pt idx="1">
                  <c:v>42</c:v>
                </c:pt>
                <c:pt idx="2">
                  <c:v>38</c:v>
                </c:pt>
                <c:pt idx="3">
                  <c:v>70</c:v>
                </c:pt>
              </c:numCache>
            </c:numRef>
          </c:yVal>
          <c:bubbleSize>
            <c:numRef>
              <c:f>Sheet1!B6:E6</c:f>
              <c:numCache>
                <c:formatCode>General</c:formatCode>
                <c:ptCount val="4"/>
                <c:pt idx="0">
                  <c:v>600</c:v>
                </c:pt>
                <c:pt idx="1">
                  <c:v>1200</c:v>
                </c:pt>
                <c:pt idx="2">
                  <c:v>2100</c:v>
                </c:pt>
                <c:pt idx="3">
                  <c:v>3200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规模与转化（气泡图）</a:t>
            </a:r>
          </a:p>
        </c:rich>
      </c:tx>
    </c:title>
    <c:plotArea>
      <c:layout/>
      <c:bubbleChart>
        <c:varyColors val="0"/>
        <c:ser>
          <c:idx val="0"/>
          <c:order val="0"/>
          <c:tx>
            <c:strRef>
              <c:f>Sheet1!A1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Sheet1!B1:E1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Sheet1!B2:E2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  <c:bubbleSize>
            <c:numRef>
              <c:f>Sheet1!B3:E3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ser>
          <c:idx val="1"/>
          <c:order val="1"/>
          <c:tx>
            <c:strRef>
              <c:f>Sheet1!A4</c:f>
              <c:strCache>
                <c:ptCount val="1"/>
                <c:pt idx="0">
                  <c:v>渠道</c:v>
                </c:pt>
              </c:strCache>
            </c:strRef>
          </c:tx>
          <c:xVal>
            <c:numRef>
              <c:f>Sheet1!B4:E4</c:f>
              <c:numCache>
                <c:formatCode>General</c:formatCode>
                <c:ptCount val="4"/>
                <c:pt idx="0">
                  <c:v>15</c:v>
                </c:pt>
                <c:pt idx="1">
                  <c:v>30</c:v>
                </c:pt>
                <c:pt idx="2">
                  <c:v>45</c:v>
                </c:pt>
                <c:pt idx="3">
                  <c:v>65</c:v>
                </c:pt>
              </c:numCache>
            </c:numRef>
          </c:xVal>
          <c:yVal>
            <c:numRef>
              <c:f>Sheet1!B5:E5</c:f>
              <c:numCache>
                <c:formatCode>General</c:formatCode>
                <c:ptCount val="4"/>
                <c:pt idx="0">
                  <c:v>18</c:v>
                </c:pt>
                <c:pt idx="1">
                  <c:v>42</c:v>
                </c:pt>
                <c:pt idx="2">
                  <c:v>38</c:v>
                </c:pt>
                <c:pt idx="3">
                  <c:v>70</c:v>
                </c:pt>
              </c:numCache>
            </c:numRef>
          </c:yVal>
          <c:bubbleSize>
            <c:numRef>
              <c:f>Sheet1!B6:E6</c:f>
              <c:numCache>
                <c:formatCode>General</c:formatCode>
                <c:ptCount val="4"/>
                <c:pt idx="0">
                  <c:v>600</c:v>
                </c:pt>
                <c:pt idx="1">
                  <c:v>1200</c:v>
                </c:pt>
                <c:pt idx="2">
                  <c:v>2100</c:v>
                </c:pt>
                <c:pt idx="3">
                  <c:v>3200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