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Sheet1!M1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Sheet1!M2:M5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Sheet1!N2:N5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Sheet1!O2:O5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Sheet1!M1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Sheet1!M2:M5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Sheet1!N2:N5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Sheet1!O2:O5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