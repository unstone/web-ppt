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5250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multi-back"/>
          <p:cNvSpPr/>
          <p:nvPr/>
        </p:nvSpPr>
        <p:spPr>
          <a:xfrm>
            <a:off x="666750" y="762000"/>
            <a:ext cx="952500" cy="666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5" name="multi-middle"/>
          <p:cNvSpPr/>
          <p:nvPr/>
        </p:nvSpPr>
        <p:spPr>
          <a:xfrm>
            <a:off x="1905000" y="762000"/>
            <a:ext cx="952500" cy="6667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1202" name="multi-outer-group"/>
          <p:cNvGrpSpPr/>
          <p:nvPr/>
        </p:nvGrpSpPr>
        <p:grpSpPr>
          <a:xfrm>
            <a:off x="3048000" y="1714500"/>
            <a:ext cx="3429000" cy="2286000"/>
            <a:chOff x="0" y="0"/>
            <a:chExt cx="3429000" cy="2286000"/>
          </a:xfrm>
        </p:grpSpPr>
        <p:sp>
          <p:nvSpPr>
            <p:cNvPr id="102" name="multi-child-a"/>
            <p:cNvSpPr/>
            <p:nvPr/>
          </p:nvSpPr>
          <p:spPr>
            <a:xfrm>
              <a:off x="190500" y="190500"/>
              <a:ext cx="571500" cy="428625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  <p:grpSp>
          <p:nvGrpSpPr>
            <p:cNvPr id="1201" name="multi-inner-group"/>
            <p:cNvGrpSpPr/>
            <p:nvPr/>
          </p:nvGrpSpPr>
          <p:grpSpPr>
            <a:xfrm>
              <a:off x="904875" y="619125"/>
              <a:ext cx="952500" cy="714375"/>
              <a:chOff x="0" y="0"/>
              <a:chExt cx="952500" cy="714375"/>
            </a:xfrm>
          </p:grpSpPr>
          <p:sp>
            <p:nvSpPr>
              <p:cNvPr id="101" name="multi-inner-leaf"/>
              <p:cNvSpPr/>
              <p:nvPr/>
            </p:nvSpPr>
            <p:spPr>
              <a:xfrm>
                <a:off x="95250" y="95250"/>
                <a:ext cx="523875" cy="381000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anchor="ctr"/>
              <a:lstStyle/>
              <a:p>
                <a:endParaRPr/>
              </a:p>
            </p:txBody>
          </p:sp>
        </p:grpSp>
        <p:sp>
          <p:nvSpPr>
            <p:cNvPr id="103" name="multi-child-b"/>
            <p:cNvSpPr/>
            <p:nvPr/>
          </p:nvSpPr>
          <p:spPr>
            <a:xfrm>
              <a:off x="2190750" y="1238250"/>
              <a:ext cx="666750" cy="476250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06" name="multi-front"/>
          <p:cNvSpPr/>
          <p:nvPr/>
        </p:nvSpPr>
        <p:spPr>
          <a:xfrm>
            <a:off x="7429500" y="762000"/>
            <a:ext cx="952500" cy="6667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multi-second-page"/>
          <p:cNvSpPr/>
          <p:nvPr/>
        </p:nvSpPr>
        <p:spPr>
          <a:xfrm>
            <a:off x="952500" y="952500"/>
            <a:ext cx="114300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Multiselect">
  <a:themeElements>
    <a:clrScheme name="Editor Multiselec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Multiselec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Multiselec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