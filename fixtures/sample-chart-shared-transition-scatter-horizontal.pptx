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2.xlsx"/></Relationships>
</file>

<file path=ppt/charts/_rels/chart3.xml.rels><Relationships xmlns="http://schemas.openxmlformats.org/package/2006/relationships"><Relationship Id="rId1" Type="http://schemas.openxmlformats.org/officeDocument/2006/relationships/package" Target="../embeddings/hierarchy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投放效率（散点图）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Sheet1!A1</c:f>
              <c:strCache>
                <c:ptCount val="1"/>
                <c:pt idx="0">
                  <c:v>直营</c:v>
                </c:pt>
              </c:strCache>
            </c:strRef>
          </c:tx>
          <c:spPr>
            <a:ln w="19050">
              <a:solidFill>
                <a:schemeClr val="accent1"/>
              </a:solidFill>
            </a:ln>
          </c:spPr>
          <c:marker>
            <c:symbol val="circle"/>
            <c:size val="6"/>
          </c:marker>
          <c:xVal>
            <c:numRef>
              <c:f>Sheet1!B1:E1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Sheet1!B2:E2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Sheet1!A4</c:f>
              <c:strCache>
                <c:ptCount val="1"/>
                <c:pt idx="0">
                  <c:v>渠道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7"/>
          </c:marker>
          <c:xVal>
            <c:numRef>
              <c:f>Sheet1!B4:E4</c:f>
              <c:numCache>
                <c:formatCode>General</c:formatCode>
                <c:ptCount val="4"/>
                <c:pt idx="0">
                  <c:v>15</c:v>
                </c:pt>
                <c:pt idx="1">
                  <c:v>30</c:v>
                </c:pt>
                <c:pt idx="2">
                  <c:v>45</c:v>
                </c:pt>
                <c:pt idx="3">
                  <c:v>65</c:v>
                </c:pt>
              </c:numCache>
            </c:numRef>
          </c:xVal>
          <c:yVal>
            <c:numRef>
              <c:f>Sheet1!B5:E5</c:f>
              <c:numCache>
                <c:formatCode>General</c:formatCode>
                <c:ptCount val="4"/>
                <c:pt idx="0">
                  <c:v>18</c:v>
                </c:pt>
                <c:pt idx="1">
                  <c:v>42</c:v>
                </c:pt>
                <c:pt idx="2">
                  <c:v>38</c:v>
                </c:pt>
                <c:pt idx="3">
                  <c:v>70</c:v>
                </c:pt>
              </c:numCache>
            </c:numRef>
          </c:yVal>
          <c:smooth val="0"/>
        </c:ser>
        <c:axId val="701"/>
        <c:axId val="702"/>
      </c:scatterChart>
      <c:valAx>
        <c:axId val="701"/>
        <c:scaling>
          <c:orientation val="minMax"/>
        </c:scaling>
        <c:delete val="0"/>
        <c:axPos val="b"/>
        <c:majorGridlines/>
        <c:numFmt formatCode="0.0" sourceLinked="0"/>
        <c:crossAx val="702"/>
        <c:crosses val="autoZero"/>
        <c:crossBetween val="between"/>
      </c:valAx>
      <c:valAx>
        <c:axId val="702"/>
        <c:scaling>
          <c:orientation val="minMax"/>
        </c:scaling>
        <c:delete val="0"/>
        <c:axPos val="l"/>
        <c:majorGridlines/>
        <c:numFmt formatCode="0.00" sourceLinked="0"/>
        <c:crossAx val="7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Sheet1!D1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Sheet1!$A$2:$C$7</c:f>
              <c:multiLvlStrCache>
                <c:ptCount val="6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  <c:pt idx="5">
                    <c:v>B</c:v>
                  </c:pt>
                </c:lvl>
                <c:lvl>
                  <c:pt idx="0">
                    <c:v>East</c:v>
                  </c:pt>
                  <c:pt idx="2">
                    <c:v>West</c:v>
                  </c:pt>
                  <c:pt idx="4">
                    <c:v>East</c:v>
                  </c:pt>
                </c:lvl>
                <c:lvl>
                  <c:pt idx="0">
                    <c:v>North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Sheet1!D2:D7</c:f>
              <c:numCache>
                <c:formatCode>General</c:formatCode>
                <c:ptCount val="6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  <c:pt idx="5">
                  <c:v>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Sheet1!E1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Sheet1!$A$2:$C$7</c:f>
              <c:multiLvlStrCache>
                <c:ptCount val="6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  <c:pt idx="5">
                    <c:v>B</c:v>
                  </c:pt>
                </c:lvl>
                <c:lvl>
                  <c:pt idx="0">
                    <c:v>East</c:v>
                  </c:pt>
                  <c:pt idx="2">
                    <c:v>West</c:v>
                  </c:pt>
                  <c:pt idx="4">
                    <c:v>East</c:v>
                  </c:pt>
                </c:lvl>
                <c:lvl>
                  <c:pt idx="0">
                    <c:v>North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Sheet1!E2:E7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  <c:pt idx="5">
                  <c:v>60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Sheet1!A3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Sheet1!$B$1:$F$2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Sheet1!B3:F3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Sheet1!A4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Sheet1!$B$1:$F$2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Sheet1!B4:F4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