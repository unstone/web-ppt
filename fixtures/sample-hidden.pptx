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age1"/>
          <p:cNvSpPr/>
          <p:nvPr/>
        </p:nvSpPr>
        <p:spPr>
          <a:xfrm>
            <a:off x="381000" y="381000"/>
            <a:ext cx="11430000" cy="60960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6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2400">
                <a:solidFill>
                  <a:srgbClr val="FFFFFF"/>
                </a:solidFill>
              </a:rPr>
              <a:t>可见页</a:t>
            </a:r>
          </a:p>
        </p:txBody>
      </p:sp>
      <p:sp>
        <p:nvSpPr>
          <p:cNvPr id="102" name="sp"/>
          <p:cNvSpPr/>
          <p:nvPr/>
        </p:nvSpPr>
        <p:spPr>
          <a:xfrm>
            <a:off x="381000" y="61341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p:sld（无 show 属性）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ge2"/>
          <p:cNvSpPr/>
          <p:nvPr/>
        </p:nvSpPr>
        <p:spPr>
          <a:xfrm>
            <a:off x="381000" y="381000"/>
            <a:ext cx="11430000" cy="60960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6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2400">
                <a:solidFill>
                  <a:srgbClr val="FFFFFF"/>
                </a:solidFill>
              </a:rPr>
              <a:t>隐藏页</a:t>
            </a:r>
          </a:p>
        </p:txBody>
      </p:sp>
      <p:sp>
        <p:nvSpPr>
          <p:cNvPr id="104" name="sp"/>
          <p:cNvSpPr/>
          <p:nvPr/>
        </p:nvSpPr>
        <p:spPr>
          <a:xfrm>
            <a:off x="381000" y="61341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p:sld show="0"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age3"/>
          <p:cNvSpPr/>
          <p:nvPr/>
        </p:nvSpPr>
        <p:spPr>
          <a:xfrm>
            <a:off x="381000" y="381000"/>
            <a:ext cx="11430000" cy="60960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2400">
                <a:solidFill>
                  <a:srgbClr val="FFFFFF"/>
                </a:solidFill>
              </a:rPr>
              <a:t>隐藏页</a:t>
            </a:r>
          </a:p>
        </p:txBody>
      </p:sp>
      <p:sp>
        <p:nvSpPr>
          <p:cNvPr id="106" name="sp"/>
          <p:cNvSpPr/>
          <p:nvPr/>
        </p:nvSpPr>
        <p:spPr>
          <a:xfrm>
            <a:off x="381000" y="61341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p:sld show="0"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age4"/>
          <p:cNvSpPr/>
          <p:nvPr/>
        </p:nvSpPr>
        <p:spPr>
          <a:xfrm>
            <a:off x="381000" y="381000"/>
            <a:ext cx="11430000" cy="60960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96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2400">
                <a:solidFill>
                  <a:srgbClr val="FFFFFF"/>
                </a:solidFill>
              </a:rPr>
              <a:t>可见页</a:t>
            </a:r>
          </a:p>
        </p:txBody>
      </p:sp>
      <p:sp>
        <p:nvSpPr>
          <p:cNvPr id="108" name="sp"/>
          <p:cNvSpPr/>
          <p:nvPr/>
        </p:nvSpPr>
        <p:spPr>
          <a:xfrm>
            <a:off x="381000" y="61341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p:sld（无 show 属性）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age5"/>
          <p:cNvSpPr/>
          <p:nvPr/>
        </p:nvSpPr>
        <p:spPr>
          <a:xfrm>
            <a:off x="381000" y="381000"/>
            <a:ext cx="11430000" cy="609600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9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2400">
                <a:solidFill>
                  <a:srgbClr val="FFFFFF"/>
                </a:solidFill>
              </a:rPr>
              <a:t>隐藏页</a:t>
            </a:r>
          </a:p>
        </p:txBody>
      </p:sp>
      <p:sp>
        <p:nvSpPr>
          <p:cNvPr id="110" name="sp"/>
          <p:cNvSpPr/>
          <p:nvPr/>
        </p:nvSpPr>
        <p:spPr>
          <a:xfrm>
            <a:off x="381000" y="6134100"/>
            <a:ext cx="3810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p:sld show="0"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">
  <a:themeElements>
    <a:clrScheme name="Hidden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Hidd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Hidd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