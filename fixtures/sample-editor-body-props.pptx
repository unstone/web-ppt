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102" name="版式文字框属性"/>
          <p:cNvSpPr txBox="1"/>
          <p:nvPr>
            <p:ph type="body" idx="1"/>
          </p:nvPr>
        </p:nvSpPr>
        <p:spPr>
          <a:xfrm>
            <a:off x="523875" y="523875"/>
            <a:ext cx="3905250" cy="2238375"/>
          </a:xfrm>
          <a:prstGeom prst="rect">
            <a:avLst/>
          </a:prstGeom>
          <a:solidFill>
            <a:srgbClr val="E0F2FE"/>
          </a:solidFill>
        </p:spPr>
        <p:txBody>
          <a:bodyPr anchor="ctr" tIns="200025" rIns="209550">
            <a:normAutofit/>
          </a:bodyPr>
          <a:lstStyle/>
          <a:p>
            <a:r>
              <a:rPr sz="1800"/>
              <a:t>版式</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母版文字框属性"/>
          <p:cNvSpPr txBox="1"/>
          <p:nvPr>
            <p:ph type="body" idx="1"/>
          </p:nvPr>
        </p:nvSpPr>
        <p:spPr>
          <a:xfrm>
            <a:off x="523875" y="523875"/>
            <a:ext cx="3905250" cy="2238375"/>
          </a:xfrm>
          <a:prstGeom prst="rect">
            <a:avLst/>
          </a:prstGeom>
          <a:solidFill>
            <a:srgbClr val="E0F2FE"/>
          </a:solidFill>
        </p:spPr>
        <p:txBody>
          <a:bodyPr anchor="b" wrap="none" vert="vert270" anchorCtr="1" numCol="3" spcCol="114300" tIns="104775" rIns="114300" bIns="123825" lIns="133350">
            <a:noAutofit/>
          </a:bodyPr>
          <a:lstStyle/>
          <a:p>
            <a:r>
              <a:rPr sz="1800"/>
              <a:t>母版</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3200" b="1">
          <a:solidFill>
            <a:schemeClr val="tx2"/>
          </a:solidFill>
        </a:defRPr>
      </a:lvl1pPr>
    </p:titleStyle>
    <p:bodyStyle>
      <a:lvl1pPr>
        <a:buNone/>
        <a:defRPr sz="1600">
          <a:solidFill>
            <a:schemeClr val="tx1"/>
          </a:solidFill>
        </a:defRPr>
      </a:lvl1pPr>
    </p:bodyStyle>
    <p:otherStyle>
      <a:lvl1pPr>
        <a:defRPr sz="14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继承文字框属性"/>
          <p:cNvSpPr txBox="1"/>
          <p:nvPr>
            <p:ph type="body" idx="1"/>
          </p:nvPr>
        </p:nvSpPr>
        <p:spPr>
          <a:xfrm>
            <a:off x="523875" y="523875"/>
            <a:ext cx="3905250" cy="2238375"/>
          </a:xfrm>
          <a:prstGeom prst="rect">
            <a:avLst/>
          </a:prstGeom>
          <a:solidFill>
            <a:srgbClr val="E0F2FE"/>
          </a:solidFill>
        </p:spPr>
        <p:txBody>
          <a:bodyPr anchor="t" wrap="square" vert="horz" anchorCtr="0" numCol="2" spcCol="171450" tIns="47625" rIns="57150" bIns="66675" lIns="76200">
            <?body-props keep="yes"?>
            <!--body-props:keep-->
            <a:prstTxWarp prst="textWave1">
              <a:avLst>
                <a:gd name="adj" fmla="val 70000"/>
              </a:avLst>
            </a:prstTxWarp>
            <a:spAutoFit/>
            <a:extLst>
              <a:ext uri="urn:web-ppt:body-props">
                <x:keep xmlns:x="urn:web-ppt:test" value="yes"/>
              </a:ext>
            </a:extLst>
          </a:bodyPr>
          <a:lstStyle/>
          <a:p>
            <a:r>
              <a:rPr sz="1800"/>
              <a:t>继承与清除必须可见</a:t>
            </a:r>
          </a:p>
        </p:txBody>
      </p:sp>
      <p:sp>
        <p:nvSpPr>
          <p:cNvPr id="104" name="文字方向-水平"/>
          <p:cNvSpPr/>
          <p:nvPr/>
        </p:nvSpPr>
        <p:spPr>
          <a:xfrm>
            <a:off x="4953000" y="523875"/>
            <a:ext cx="1428750" cy="2238375"/>
          </a:xfrm>
          <a:prstGeom prst="rect">
            <a:avLst/>
          </a:prstGeom>
          <a:solidFill>
            <a:srgbClr val="F5F3FF"/>
          </a:solidFill>
        </p:spPr>
        <p:txBody>
          <a:bodyPr vert="horz" anchor="ctr" wrap="square">
            <a:noAutofit/>
          </a:bodyPr>
          <a:lstStyle/>
          <a:p>
            <a:r>
              <a:rPr sz="1800"/>
              <a:t>文字方向-水平</a:t>
            </a:r>
          </a:p>
        </p:txBody>
      </p:sp>
      <p:sp>
        <p:nvSpPr>
          <p:cNvPr id="105" name="文字方向-竖排"/>
          <p:cNvSpPr/>
          <p:nvPr/>
        </p:nvSpPr>
        <p:spPr>
          <a:xfrm>
            <a:off x="6667500" y="523875"/>
            <a:ext cx="1428750" cy="2238375"/>
          </a:xfrm>
          <a:prstGeom prst="rect">
            <a:avLst/>
          </a:prstGeom>
          <a:solidFill>
            <a:srgbClr val="F5F3FF"/>
          </a:solidFill>
        </p:spPr>
        <p:txBody>
          <a:bodyPr vert="vert" anchor="ctr" wrap="square">
            <a:noAutofit/>
          </a:bodyPr>
          <a:lstStyle/>
          <a:p>
            <a:r>
              <a:rPr sz="1800"/>
              <a:t>文字方向-竖排</a:t>
            </a:r>
          </a:p>
        </p:txBody>
      </p:sp>
      <p:sp>
        <p:nvSpPr>
          <p:cNvPr id="106" name="文字方向-反向竖排"/>
          <p:cNvSpPr/>
          <p:nvPr/>
        </p:nvSpPr>
        <p:spPr>
          <a:xfrm>
            <a:off x="8382000" y="523875"/>
            <a:ext cx="1428750" cy="2238375"/>
          </a:xfrm>
          <a:prstGeom prst="rect">
            <a:avLst/>
          </a:prstGeom>
          <a:solidFill>
            <a:srgbClr val="F5F3FF"/>
          </a:solidFill>
        </p:spPr>
        <p:txBody>
          <a:bodyPr vert="vert270" anchor="ctr" wrap="square">
            <a:noAutofit/>
          </a:bodyPr>
          <a:lstStyle/>
          <a:p>
            <a:r>
              <a:rPr sz="1800"/>
              <a:t>文字方向-反向竖排</a:t>
            </a:r>
          </a:p>
        </p:txBody>
      </p:sp>
      <p:sp>
        <p:nvSpPr>
          <p:cNvPr id="107" name="文字方向-逐字竖排"/>
          <p:cNvSpPr/>
          <p:nvPr/>
        </p:nvSpPr>
        <p:spPr>
          <a:xfrm>
            <a:off x="10096500" y="523875"/>
            <a:ext cx="1428750" cy="2238375"/>
          </a:xfrm>
          <a:prstGeom prst="rect">
            <a:avLst/>
          </a:prstGeom>
          <a:solidFill>
            <a:srgbClr val="F5F3FF"/>
          </a:solidFill>
        </p:spPr>
        <p:txBody>
          <a:bodyPr vert="wordArtVert" anchor="ctr" wrap="square">
            <a:noAutofit/>
          </a:bodyPr>
          <a:lstStyle/>
          <a:p>
            <a:r>
              <a:rPr sz="1800"/>
              <a:t>文字方向-逐字竖排</a:t>
            </a:r>
          </a:p>
        </p:txBody>
      </p:sp>
      <p:sp>
        <p:nvSpPr>
          <p:cNvPr id="108" name="自动适应-无"/>
          <p:cNvSpPr/>
          <p:nvPr/>
        </p:nvSpPr>
        <p:spPr>
          <a:xfrm>
            <a:off x="523875" y="3333750"/>
            <a:ext cx="2286000" cy="714375"/>
          </a:xfrm>
          <a:prstGeom prst="rect">
            <a:avLst/>
          </a:prstGeom>
          <a:solidFill>
            <a:srgbClr val="ECFDF5"/>
          </a:solidFill>
        </p:spPr>
        <p:txBody>
          <a:bodyPr wrap="square" anchor="t">
            <a:noAutofit/>
          </a:bodyPr>
          <a:lstStyle/>
          <a:p>
            <a:r>
              <a:rPr sz="1800"/>
              <a:t>自动适应-无 内容内容内容内容内容内容内容内容内容内容内容内容内容内容内容内容内容内容内容内容</a:t>
            </a:r>
          </a:p>
        </p:txBody>
      </p:sp>
      <p:sp>
        <p:nvSpPr>
          <p:cNvPr id="109" name="自动适应-缩小"/>
          <p:cNvSpPr/>
          <p:nvPr/>
        </p:nvSpPr>
        <p:spPr>
          <a:xfrm>
            <a:off x="3095625" y="3333750"/>
            <a:ext cx="2286000" cy="714375"/>
          </a:xfrm>
          <a:prstGeom prst="rect">
            <a:avLst/>
          </a:prstGeom>
          <a:solidFill>
            <a:srgbClr val="ECFDF5"/>
          </a:solidFill>
        </p:spPr>
        <p:txBody>
          <a:bodyPr wrap="square" anchor="t">
            <a:normAutofit fontScale="82000"/>
          </a:bodyPr>
          <a:lstStyle/>
          <a:p>
            <a:r>
              <a:rPr sz="1800"/>
              <a:t>自动适应-缩小 内容内容内容内容内容内容内容内容内容内容内容内容内容内容内容内容内容内容内容内容</a:t>
            </a:r>
          </a:p>
        </p:txBody>
      </p:sp>
      <p:sp>
        <p:nvSpPr>
          <p:cNvPr id="110" name="自动适应-改高"/>
          <p:cNvSpPr/>
          <p:nvPr/>
        </p:nvSpPr>
        <p:spPr>
          <a:xfrm>
            <a:off x="5667375" y="3333750"/>
            <a:ext cx="2286000" cy="714375"/>
          </a:xfrm>
          <a:prstGeom prst="rect">
            <a:avLst/>
          </a:prstGeom>
          <a:solidFill>
            <a:srgbClr val="ECFDF5"/>
          </a:solidFill>
        </p:spPr>
        <p:txBody>
          <a:bodyPr wrap="square" anchor="t">
            <a:spAutoFit/>
          </a:bodyPr>
          <a:lstStyle/>
          <a:p>
            <a:r>
              <a:rPr sz="1800"/>
              <a:t>自动适应-改高 内容内容内容内容内容内容内容内容内容内容内容内容内容内容内容内容内容内容内容内容</a:t>
            </a:r>
          </a:p>
        </p:txBody>
      </p:sp>
      <p:sp>
        <p:nvSpPr>
          <p:cNvPr id="111" name="空文字框属性"/>
          <p:cNvSpPr/>
          <p:nvPr/>
        </p:nvSpPr>
        <p:spPr>
          <a:xfrm>
            <a:off x="8239125" y="3333750"/>
            <a:ext cx="2476500" cy="714375"/>
          </a:xfrm>
          <a:prstGeom prst="rect">
            <a:avLst/>
          </a:prstGeom>
          <a:solidFill>
            <a:srgbClr val="FFF7ED"/>
          </a:solidFill>
        </p:spPr>
        <p:txBody>
          <a:bodyPr wrap="none" anchor="b"/>
          <a:lstStyle/>
          <a:p>
            <a:endParaRPr/>
          </a:p>
        </p:txBody>
      </p:sp>
      <p:sp>
        <p:nvSpPr>
          <p:cNvPr id="112" name="分栏与锚点"/>
          <p:cNvSpPr/>
          <p:nvPr/>
        </p:nvSpPr>
        <p:spPr>
          <a:xfrm>
            <a:off x="523875" y="4572000"/>
            <a:ext cx="5715000" cy="1619250"/>
          </a:xfrm>
          <a:prstGeom prst="rect">
            <a:avLst/>
          </a:prstGeom>
          <a:solidFill>
            <a:srgbClr val="FEF3C7"/>
          </a:solidFill>
        </p:spPr>
        <p:txBody>
          <a:bodyPr wrap="square" anchor="t">
            <a:noAutofit/>
          </a:bodyPr>
          <a:lstStyle/>
          <a:p>
            <a:r>
              <a:rPr sz="1800"/>
              <a:t>分栏布局验证 甲乙丙丁甲乙丙丁甲乙丙丁甲乙丙丁甲乙丙丁甲乙丙丁甲乙丙丁甲乙丙丁甲乙丙丁甲乙丙丁甲乙丙丁甲乙丙丁甲乙丙丁甲乙丙丁甲乙丙丁甲乙丙丁甲乙丙丁甲乙丙丁</a:t>
            </a:r>
          </a:p>
        </p:txBody>
      </p:sp>
    </p:spTree>
  </p:cSld>
  <p:clrMapOvr>
    <a:masterClrMapping/>
  </p:clrMapOvr>
</p:sld>
</file>

<file path=ppt/theme/theme1.xml><?xml version="1.0" encoding="utf-8"?>
<a:theme xmlns:a="http://schemas.openxmlformats.org/drawingml/2006/main" name="Editor Body Properties">
  <a:themeElements>
    <a:clrScheme name="Editor Body Properties">
      <a:dk1>
        <a:sysClr val="windowText" lastClr="1A1A1A"/>
      </a:dk1>
      <a:lt1>
        <a:sysClr val="window" lastClr="FFFFFF"/>
      </a:lt1>
      <a:dk2>
        <a:srgbClr val="1F3864"/>
      </a:dk2>
      <a:lt2>
        <a:srgbClr val="F2F2F2"/>
      </a:lt2>
      <a:accent1>
        <a:srgbClr val="2E75B6"/>
      </a:accent1>
      <a:accent2>
        <a:srgbClr val="A6A6A6"/>
      </a:accent2>
      <a:accent3>
        <a:srgbClr val="70AD47"/>
      </a:accent3>
      <a:accent4>
        <a:srgbClr val="FFC000"/>
      </a:accent4>
      <a:accent5>
        <a:srgbClr val="ED7D31"/>
      </a:accent5>
      <a:accent6>
        <a:srgbClr val="7030A0"/>
      </a:accent6>
      <a:hlink>
        <a:srgbClr val="0563C1"/>
      </a:hlink>
      <a:folHlink>
        <a:srgbClr val="954F72"/>
      </a:folHlink>
    </a:clrScheme>
    <a:fontScheme name="Editor Body Properties">
      <a:majorFont>
        <a:latin typeface="Calibri Light"/>
        <a:ea typeface=""/>
        <a:cs typeface=""/>
      </a:majorFont>
      <a:minorFont>
        <a:latin typeface="Calibri"/>
        <a:ea typeface=""/>
        <a:cs typeface=""/>
      </a:minorFont>
    </a:fontScheme>
    <a:fmtScheme name="Editor Body Properties">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