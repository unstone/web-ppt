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nap-threshold-target"/>
          <p:cNvSpPr/>
          <p:nvPr/>
        </p:nvSpPr>
        <p:spPr>
          <a:xfrm>
            <a:off x="952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snap-threshold-sibling"/>
          <p:cNvSpPr/>
          <p:nvPr/>
        </p:nvSpPr>
        <p:spPr>
          <a:xfrm>
            <a:off x="2857500" y="952500"/>
            <a:ext cx="95250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03" name="snap-threshold-anchor"/>
          <p:cNvSpPr/>
          <p:nvPr/>
        </p:nvSpPr>
        <p:spPr>
          <a:xfrm>
            <a:off x="4762500" y="952500"/>
            <a:ext cx="95250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nap-priority-target"/>
          <p:cNvSpPr/>
          <p:nvPr/>
        </p:nvSpPr>
        <p:spPr>
          <a:xfrm>
            <a:off x="952500" y="238125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5" name="snap-priority-sibling"/>
          <p:cNvSpPr/>
          <p:nvPr/>
        </p:nvSpPr>
        <p:spPr>
          <a:xfrm>
            <a:off x="4257675" y="2381250"/>
            <a:ext cx="66675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nap-center-target"/>
          <p:cNvSpPr/>
          <p:nvPr/>
        </p:nvSpPr>
        <p:spPr>
          <a:xfrm>
            <a:off x="952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7" name="snap-center-sibling"/>
          <p:cNvSpPr/>
          <p:nvPr/>
        </p:nvSpPr>
        <p:spPr>
          <a:xfrm>
            <a:off x="3333750" y="2857500"/>
            <a:ext cx="1905000" cy="1524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nap-canvas-target"/>
          <p:cNvSpPr/>
          <p:nvPr/>
        </p:nvSpPr>
        <p:spPr>
          <a:xfrm>
            <a:off x="952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nap-spacing-overlap-background"/>
          <p:cNvSpPr/>
          <p:nvPr/>
        </p:nvSpPr>
        <p:spPr>
          <a:xfrm>
            <a:off x="0" y="0"/>
            <a:ext cx="9525000" cy="57150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109" name="snap-spacing-target"/>
          <p:cNvSpPr/>
          <p:nvPr/>
        </p:nvSpPr>
        <p:spPr>
          <a:xfrm>
            <a:off x="476250" y="952500"/>
            <a:ext cx="762000" cy="571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10" name="snap-spacing-first"/>
          <p:cNvSpPr/>
          <p:nvPr/>
        </p:nvSpPr>
        <p:spPr>
          <a:xfrm>
            <a:off x="2381250" y="952500"/>
            <a:ext cx="762000" cy="5715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11" name="snap-spacing-second"/>
          <p:cNvSpPr/>
          <p:nvPr/>
        </p:nvSpPr>
        <p:spPr>
          <a:xfrm>
            <a:off x="4286250" y="952500"/>
            <a:ext cx="762000" cy="571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13" name="snap-spacing-vertical-target"/>
          <p:cNvSpPr/>
          <p:nvPr/>
        </p:nvSpPr>
        <p:spPr>
          <a:xfrm>
            <a:off x="7620000" y="4286250"/>
            <a:ext cx="57150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4" name="snap-spacing-vertical-first"/>
          <p:cNvSpPr/>
          <p:nvPr/>
        </p:nvSpPr>
        <p:spPr>
          <a:xfrm>
            <a:off x="7620000" y="476250"/>
            <a:ext cx="571500" cy="762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5" name="snap-spacing-vertical-second"/>
          <p:cNvSpPr/>
          <p:nvPr/>
        </p:nvSpPr>
        <p:spPr>
          <a:xfrm>
            <a:off x="7620000" y="3524250"/>
            <a:ext cx="571500" cy="7620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snap-group"/>
          <p:cNvGrpSpPr/>
          <p:nvPr/>
        </p:nvGrpSpPr>
        <p:grpSpPr>
          <a:xfrm>
            <a:off x="952500" y="1905000"/>
            <a:ext cx="3810000" cy="1905000"/>
            <a:chOff x="0" y="0"/>
            <a:chExt cx="1905000" cy="952500"/>
          </a:xfrm>
        </p:grpSpPr>
        <p:sp>
          <p:nvSpPr>
            <p:cNvPr id="116" name="snap-group-target"/>
            <p:cNvSpPr/>
            <p:nvPr/>
          </p:nvSpPr>
          <p:spPr>
            <a:xfrm>
              <a:off x="190500" y="190500"/>
              <a:ext cx="381000" cy="28575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/>
            <a:lstStyle/>
            <a:p>
              <a:endParaRPr/>
            </a:p>
          </p:txBody>
        </p:sp>
        <p:sp>
          <p:nvSpPr>
            <p:cNvPr id="117" name="snap-group-sibling"/>
            <p:cNvSpPr/>
            <p:nvPr/>
          </p:nvSpPr>
          <p:spPr>
            <a:xfrm>
              <a:off x="1143000" y="190500"/>
              <a:ext cx="381000" cy="285750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18" name="snap-group-outside-decoy"/>
          <p:cNvSpPr/>
          <p:nvPr/>
        </p:nvSpPr>
        <p:spPr>
          <a:xfrm>
            <a:off x="3181350" y="2286000"/>
            <a:ext cx="476250" cy="5715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nap-priority-edge-target"/>
          <p:cNvSpPr/>
          <p:nvPr/>
        </p:nvSpPr>
        <p:spPr>
          <a:xfrm>
            <a:off x="190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snap-priority-spacing-first"/>
          <p:cNvSpPr/>
          <p:nvPr/>
        </p:nvSpPr>
        <p:spPr>
          <a:xfrm>
            <a:off x="952500" y="952500"/>
            <a:ext cx="47625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snap-priority-spacing-second"/>
          <p:cNvSpPr/>
          <p:nvPr/>
        </p:nvSpPr>
        <p:spPr>
          <a:xfrm>
            <a:off x="2381250" y="952500"/>
            <a:ext cx="47625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snap-priority-center-sibling"/>
          <p:cNvSpPr/>
          <p:nvPr/>
        </p:nvSpPr>
        <p:spPr>
          <a:xfrm>
            <a:off x="4067175" y="952500"/>
            <a:ext cx="47625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3" name="snap-priority-edge-sibling"/>
          <p:cNvSpPr/>
          <p:nvPr/>
        </p:nvSpPr>
        <p:spPr>
          <a:xfrm>
            <a:off x="4800600" y="952500"/>
            <a:ext cx="476250" cy="762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nap-priority-edge-target"/>
          <p:cNvSpPr/>
          <p:nvPr/>
        </p:nvSpPr>
        <p:spPr>
          <a:xfrm>
            <a:off x="190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23" name="snap-priority-edge-sibling"/>
          <p:cNvSpPr/>
          <p:nvPr/>
        </p:nvSpPr>
        <p:spPr>
          <a:xfrm>
            <a:off x="4800600" y="952500"/>
            <a:ext cx="476250" cy="762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snap-priority-center-sibling"/>
          <p:cNvSpPr/>
          <p:nvPr/>
        </p:nvSpPr>
        <p:spPr>
          <a:xfrm>
            <a:off x="4067175" y="952500"/>
            <a:ext cx="47625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snap-priority-spacing-second"/>
          <p:cNvSpPr/>
          <p:nvPr/>
        </p:nvSpPr>
        <p:spPr>
          <a:xfrm>
            <a:off x="2381250" y="952500"/>
            <a:ext cx="47625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snap-priority-spacing-first"/>
          <p:cNvSpPr/>
          <p:nvPr/>
        </p:nvSpPr>
        <p:spPr>
          <a:xfrm>
            <a:off x="952500" y="952500"/>
            <a:ext cx="47625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nap-priority-edge-target"/>
          <p:cNvSpPr/>
          <p:nvPr/>
        </p:nvSpPr>
        <p:spPr>
          <a:xfrm>
            <a:off x="190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snap-priority-spacing-first"/>
          <p:cNvSpPr/>
          <p:nvPr/>
        </p:nvSpPr>
        <p:spPr>
          <a:xfrm>
            <a:off x="952500" y="952500"/>
            <a:ext cx="47625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snap-priority-spacing-second"/>
          <p:cNvSpPr/>
          <p:nvPr/>
        </p:nvSpPr>
        <p:spPr>
          <a:xfrm>
            <a:off x="2381250" y="952500"/>
            <a:ext cx="47625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snap-priority-center-sibling"/>
          <p:cNvSpPr/>
          <p:nvPr/>
        </p:nvSpPr>
        <p:spPr>
          <a:xfrm>
            <a:off x="4067175" y="952500"/>
            <a:ext cx="47625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Snap">
  <a:themeElements>
    <a:clrScheme name="Editor Snap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nap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