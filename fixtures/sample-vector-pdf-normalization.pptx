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media/normalized-0.png" ContentType="image/png"/>
  <Override PartName="/ppt/media/normalized-1.png" ContentType="image/png"/>
  <Override PartName="/ppt/media/normalized-2.png" ContentType="image/png"/>
  <Override PartName="/ppt/media/normalized-3.png" ContentType="image/png"/>
  <Override PartName="/ppt/media/normalized-4.jpeg" ContentType="image/jpeg"/>
  <Override PartName="/ppt/media/normalized-5.jpeg" ContentType="image/jpeg"/>
  <Override PartName="/ppt/media/normalized-6.jpeg" ContentType="image/jpeg"/>
  <Override PartName="/ppt/media/normalized-7.jpeg" ContentType="image/jpeg"/>
  <Override PartName="/ppt/media/normalized-8.jpeg" ContentType="image/jpeg"/>
  <Override PartName="/ppt/media/normalized-9.jpeg" ContentType="image/jpeg"/>
  <Override PartName="/ppt/media/normalized-10.jpeg" ContentType="image/jpeg"/>
  <Override PartName="/ppt/media/normalized-11.jpeg" ContentType="image/jpeg"/>
  <Override PartName="/ppt/media/normalized-12.bmp" ContentType="image/bmp"/>
  <Override PartName="/ppt/media/normalized-13.gif" ContentType="image/gif"/>
  <Override PartName="/ppt/media/normalized-14.webp" ContentType="image/webp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0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4.jpe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5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6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7.jpe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8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9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10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11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12.bmp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13.gif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ormalized-14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amma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alett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transparent-key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adam7-16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exif-1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exif-2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exif-3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exif-4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exif-5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exif-6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exif-7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exif-8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bmp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if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webp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381000" y="381000"/>
            <a:ext cx="1524000" cy="952500"/>
          </a:xfrm>
          <a:prstGeom prst="rect">
            <a:avLst/>
          </a:prstGeom>
          <a:ln>
            <a:noFill/>
          </a:ln>
        </p:spPr>
      </p:pic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Normalization">
  <a:themeElements>
    <a:clrScheme name="VectorPdfNormalization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Normalizatio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Normalizati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