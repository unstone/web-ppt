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p"/>
          <p:cNvSpPr/>
          <p:nvPr/>
        </p:nvSpPr>
        <p:spPr>
          <a:xfrm rot="1800000">
            <a:off x="381000" y="381000"/>
            <a:ext cx="1143000" cy="762000"/>
          </a:xfrm>
          <a:prstGeom prst="ellipse">
            <a:avLst/>
          </a:prstGeom>
          <a:noFill/>
          <a:ln w="38100" cap="rnd">
            <a:solidFill>
              <a:srgbClr val="1565C0"/>
            </a:solidFill>
            <a:prstDash val="dash"/>
            <a:round/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p"/>
          <p:cNvSpPr/>
          <p:nvPr/>
        </p:nvSpPr>
        <p:spPr>
          <a:xfrm>
            <a:off x="381000" y="381000"/>
            <a:ext cx="1143000" cy="762000"/>
          </a:xfrm>
          <a:prstGeom prst="curvedConnector2">
            <a:avLst/>
          </a:prstGeom>
          <a:noFill/>
          <a:ln w="38100">
            <a:solidFill>
              <a:srgbClr val="43A047"/>
            </a:solidFill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Geometry">
  <a:themeElements>
    <a:clrScheme name="VectorPdfGeometr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Geometr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Geometr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