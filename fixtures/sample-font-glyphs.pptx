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fntdata" ContentType="application/x-fontdata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embeddedFontLst>
    <p:embeddedFont>
      <p:font typeface="WebPPT Glyph Latin"/>
      <p:regular r:id="rId100"/>
      <p:bold r:id="rId101"/>
    </p:embeddedFont>
    <p:embeddedFont>
      <p:font typeface="WebPPT Glyph Chinese"/>
      <p:regular r:id="rId102"/>
    </p:embeddedFont>
    <p:embeddedFont>
      <p:font typeface="WebPPT Glyph Italic"/>
      <p:italic r:id="rId103"/>
    </p:embeddedFont>
    <p:embeddedFont>
      <p:font typeface="WebPPT Glyph Preview"/>
      <p:regular r:id="rId104"/>
    </p:embeddedFont>
  </p:embeddedFon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Relationship Id="rId100" Type="http://schemas.openxmlformats.org/officeDocument/2006/relationships/font" Target="fonts/font1.fntdata"/><Relationship Id="rId101" Type="http://schemas.openxmlformats.org/officeDocument/2006/relationships/font" Target="fonts/font2.fntdata"/><Relationship Id="rId102" Type="http://schemas.openxmlformats.org/officeDocument/2006/relationships/font" Target="fonts/font3.fntdata"/><Relationship Id="rId103" Type="http://schemas.openxmlformats.org/officeDocument/2006/relationships/font" Target="fonts/font4.fntdata"/><Relationship Id="rId104" Type="http://schemas.openxmlformats.org/officeDocument/2006/relationships/font" Target="fonts/font5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p"/>
          <p:cNvSpPr/>
          <p:nvPr/>
        </p:nvSpPr>
        <p:spPr>
          <a:xfrm>
            <a:off x="571500" y="571500"/>
            <a:ext cx="106680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>
                <a:latin typeface="WebPPT Glyph Latin"/>
                <a:ea typeface="WebPPT Glyph Latin"/>
              </a:rPr>
              <a:t>AV office ffi ﬃ</a:t>
            </a:r>
          </a:p>
        </p:txBody>
      </p:sp>
      <p:sp>
        <p:nvSpPr>
          <p:cNvPr id="102" name="sp"/>
          <p:cNvSpPr/>
          <p:nvPr/>
        </p:nvSpPr>
        <p:spPr>
          <a:xfrm>
            <a:off x="571500" y="1333500"/>
            <a:ext cx="106680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>
                <a:latin typeface="WebPPT Glyph Latin"/>
                <a:ea typeface="WebPPT Glyph Latin"/>
              </a:rPr>
              <a:t>á q̇</a:t>
            </a:r>
          </a:p>
        </p:txBody>
      </p:sp>
      <p:sp>
        <p:nvSpPr>
          <p:cNvPr id="103" name="sp"/>
          <p:cNvSpPr/>
          <p:nvPr/>
        </p:nvSpPr>
        <p:spPr>
          <a:xfrm>
            <a:off x="571500" y="2095500"/>
            <a:ext cx="106680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 b="1">
                <a:latin typeface="WebPPT Glyph Latin"/>
                <a:ea typeface="WebPPT Glyph Latin"/>
              </a:rPr>
              <a:t>AV office ffi ﬃ</a:t>
            </a:r>
          </a:p>
        </p:txBody>
      </p:sp>
      <p:sp>
        <p:nvSpPr>
          <p:cNvPr id="104" name="sp"/>
          <p:cNvSpPr/>
          <p:nvPr/>
        </p:nvSpPr>
        <p:spPr>
          <a:xfrm>
            <a:off x="571500" y="2857500"/>
            <a:ext cx="106680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>
                <a:latin typeface="WebPPT Glyph Chinese"/>
                <a:ea typeface="WebPPT Glyph Chinese"/>
              </a:rPr>
              <a:t>中文 ABC 你好，世界。</a:t>
            </a:r>
          </a:p>
        </p:txBody>
      </p:sp>
      <p:sp>
        <p:nvSpPr>
          <p:cNvPr id="105" name="sp"/>
          <p:cNvSpPr/>
          <p:nvPr/>
        </p:nvSpPr>
        <p:spPr>
          <a:xfrm>
            <a:off x="571500" y="3619500"/>
            <a:ext cx="106680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>
                <a:latin typeface="WebPPT Glyph Latin"/>
                <a:ea typeface="WebPPT Glyph Latin"/>
              </a:rPr>
              <a:t>中文😀</a:t>
            </a:r>
          </a:p>
        </p:txBody>
      </p:sp>
      <p:sp>
        <p:nvSpPr>
          <p:cNvPr id="106" name="sp"/>
          <p:cNvSpPr/>
          <p:nvPr/>
        </p:nvSpPr>
        <p:spPr>
          <a:xfrm>
            <a:off x="571500" y="4381500"/>
            <a:ext cx="106680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 i="1">
                <a:latin typeface="WebPPT Glyph Italic"/>
                <a:ea typeface="WebPPT Glyph Italic"/>
              </a:rPr>
              <a:t>AAAA</a:t>
            </a:r>
          </a:p>
        </p:txBody>
      </p:sp>
      <p:sp>
        <p:nvSpPr>
          <p:cNvPr id="107" name="sp"/>
          <p:cNvSpPr/>
          <p:nvPr/>
        </p:nvSpPr>
        <p:spPr>
          <a:xfrm>
            <a:off x="571500" y="5143500"/>
            <a:ext cx="106680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>
                <a:latin typeface="WebPPT Glyph Preview"/>
                <a:ea typeface="WebPPT Glyph Preview"/>
              </a:rPr>
              <a:t>AV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p"/>
          <p:cNvSpPr/>
          <p:nvPr/>
        </p:nvSpPr>
        <p:spPr>
          <a:xfrm>
            <a:off x="571500" y="571500"/>
            <a:ext cx="10668000" cy="666750"/>
          </a:xfrm>
          <a:prstGeom prst="rect">
            <a:avLst/>
          </a:prstGeom>
          <a:noFill/>
        </p:spPr>
        <p:txBody>
          <a:bodyPr anchor="ctr"/>
          <a:lstStyle/>
          <a:p>
            <a:pPr rtl="1"/>
            <a:r>
              <a:rPr sz="3200">
                <a:latin typeface="WebPPT Glyph Latin"/>
                <a:ea typeface="WebPPT Glyph Latin"/>
              </a:rPr>
              <a:t>ABC</a:t>
            </a:r>
          </a:p>
        </p:txBody>
      </p:sp>
      <p:sp>
        <p:nvSpPr>
          <p:cNvPr id="109" name="sp"/>
          <p:cNvSpPr/>
          <p:nvPr/>
        </p:nvSpPr>
        <p:spPr>
          <a:xfrm>
            <a:off x="571500" y="1714500"/>
            <a:ext cx="10668000" cy="666750"/>
          </a:xfrm>
          <a:prstGeom prst="rect">
            <a:avLst/>
          </a:prstGeom>
          <a:noFill/>
        </p:spPr>
        <p:txBody>
          <a:bodyPr vert="vert"/>
          <a:lstStyle/>
          <a:p>
            <a:r>
              <a:rPr sz="3200">
                <a:latin typeface="WebPPT Glyph Chinese"/>
                <a:ea typeface="WebPPT Glyph Chinese"/>
              </a:rPr>
              <a:t>中文</a:t>
            </a:r>
          </a:p>
        </p:txBody>
      </p:sp>
      <p:sp>
        <p:nvSpPr>
          <p:cNvPr id="110" name="sp"/>
          <p:cNvSpPr/>
          <p:nvPr/>
        </p:nvSpPr>
        <p:spPr>
          <a:xfrm>
            <a:off x="571500" y="2857500"/>
            <a:ext cx="10668000" cy="666750"/>
          </a:xfrm>
          <a:prstGeom prst="rect">
            <a:avLst/>
          </a:prstGeom>
          <a:noFill/>
        </p:spPr>
        <p:txBody>
          <a:bodyPr>
            <a:prstTxWarp prst="textArchUp"/>
          </a:bodyPr>
          <a:lstStyle/>
          <a:p>
            <a:r>
              <a:rPr sz="3200">
                <a:latin typeface="WebPPT Glyph Latin"/>
                <a:ea typeface="WebPPT Glyph Latin"/>
              </a:rPr>
              <a:t>ABC</a:t>
            </a:r>
          </a:p>
        </p:txBody>
      </p:sp>
      <p:sp>
        <p:nvSpPr>
          <p:cNvPr id="111" name="sp"/>
          <p:cNvSpPr/>
          <p:nvPr/>
        </p:nvSpPr>
        <p:spPr>
          <a:xfrm>
            <a:off x="571500" y="4000500"/>
            <a:ext cx="106680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>
                <a:latin typeface="WebPPT Glyph Latin"/>
                <a:ea typeface="WebPPT Glyph Latin"/>
              </a:rPr>
              <a:t>مرحبا</a:t>
            </a:r>
          </a:p>
        </p:txBody>
      </p:sp>
      <p:sp>
        <p:nvSpPr>
          <p:cNvPr id="112" name="sp"/>
          <p:cNvSpPr/>
          <p:nvPr/>
        </p:nvSpPr>
        <p:spPr>
          <a:xfrm>
            <a:off x="571500" y="5143500"/>
            <a:ext cx="106680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 cap="small">
                <a:latin typeface="WebPPT Glyph Latin"/>
                <a:ea typeface="WebPPT Glyph Latin"/>
              </a:rPr>
              <a:t>ABC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ntGlyphs">
  <a:themeElements>
    <a:clrScheme name="FontGlyph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FontGlyph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FontGlyph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