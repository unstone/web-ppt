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scatterChart>
        <c:scatterStyle val="marker"/>
        <c:varyColors val="0"/>
        <c:ser>
          <c:idx val="2"/>
          <c:order val="2"/>
          <c:tx>
            <c:strRef>
              <c:f>Sheet1!M1</c:f>
              <c:strCache>
                <c:ptCount val="1"/>
                <c:pt idx="0">
                  <c:v>直营</c:v>
                </c:pt>
              </c:strCache>
            </c:strRef>
          </c:tx>
          <c:marker>
            <c:symbol val="circle"/>
            <c:size val="6"/>
          </c:marker>
          <c:xVal>
            <c:numRef>
              <c:f>Sheet1!M2:M5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Sheet1!N2:N5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</c:ser>
        <c:axId val="1101"/>
        <c:axId val="1102"/>
      </c:scatte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scatterChart>
        <c:scatterStyle val="marker"/>
        <c:varyColors val="0"/>
        <c:ser>
          <c:idx val="2"/>
          <c:order val="2"/>
          <c:tx>
            <c:strRef>
              <c:f>Sheet1!M1</c:f>
              <c:strCache>
                <c:ptCount val="1"/>
                <c:pt idx="0">
                  <c:v>直营</c:v>
                </c:pt>
              </c:strCache>
            </c:strRef>
          </c:tx>
          <c:marker>
            <c:symbol val="circle"/>
            <c:size val="6"/>
          </c:marker>
          <c:xVal>
            <c:numRef>
              <c:f>Sheet1!M2:M5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Sheet1!N2:N5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</c:ser>
        <c:axId val="1101"/>
        <c:axId val="1102"/>
      </c:scatte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