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p"/>
          <p:cNvSpPr/>
          <p:nvPr/>
        </p:nvSpPr>
        <p:spPr>
          <a:xfrm>
            <a:off x="381000" y="381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sng">
                <a:latin typeface="WebPPT Glyph Latin"/>
                <a:uFill>
                  <a:solidFill>
                    <a:srgbClr val="1565C0"/>
                  </a:solidFill>
                </a:uFill>
              </a:rPr>
              <a:t>ABC</a:t>
            </a:r>
          </a:p>
        </p:txBody>
      </p:sp>
      <p:sp>
        <p:nvSpPr>
          <p:cNvPr id="131" name="sp"/>
          <p:cNvSpPr/>
          <p:nvPr/>
        </p:nvSpPr>
        <p:spPr>
          <a:xfrm>
            <a:off x="381000" y="1524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strike="sngStrike">
                <a:latin typeface="WebPPT Glyph Latin"/>
              </a:rPr>
              <a:t>ABC</a:t>
            </a:r>
          </a:p>
        </p:txBody>
      </p:sp>
      <p:sp>
        <p:nvSpPr>
          <p:cNvPr id="132" name="sp"/>
          <p:cNvSpPr/>
          <p:nvPr/>
        </p:nvSpPr>
        <p:spPr>
          <a:xfrm>
            <a:off x="3429000" y="381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</a:rPr>
              <a:t>ABC</a:t>
            </a:r>
          </a:p>
        </p:txBody>
      </p:sp>
      <p:sp>
        <p:nvSpPr>
          <p:cNvPr id="133" name="sp"/>
          <p:cNvSpPr/>
          <p:nvPr/>
        </p:nvSpPr>
        <p:spPr>
          <a:xfrm>
            <a:off x="3429000" y="1524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sng" strike="sngStrike">
                <a:latin typeface="WebPPT Glyph Latin"/>
                <a:uFill>
                  <a:solidFill>
                    <a:srgbClr val="1565C0"/>
                  </a:solidFill>
                </a:uFill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p"/>
          <p:cNvSpPr/>
          <p:nvPr/>
        </p:nvSpPr>
        <p:spPr>
          <a:xfrm>
            <a:off x="381000" y="381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u="sng">
                <a:latin typeface="WebPPT Glyph Latin"/>
                <a:uFill>
                  <a:solidFill>
                    <a:srgbClr val="1565C0"/>
                  </a:solidFill>
                </a:uFill>
              </a:rPr>
              <a:t>q̇</a:t>
            </a:r>
          </a:p>
        </p:txBody>
      </p:sp>
      <p:sp>
        <p:nvSpPr>
          <p:cNvPr id="135" name="sp"/>
          <p:cNvSpPr/>
          <p:nvPr/>
        </p:nvSpPr>
        <p:spPr>
          <a:xfrm>
            <a:off x="3429000" y="381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</a:rPr>
              <a:t>q̇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Decoration">
  <a:themeElements>
    <a:clrScheme name="VectorPdfDecoration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Decoratio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Decorati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