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customXml/keep.xml" ContentType="application/x-web-ppt-keep+xml"/>
  <Override PartName="/ppt/theme/theme1.xml" ContentType="application/vnd.openxmlformats-officedocument.theme+xml"/>
  <Override PartName="/ppt/slideLayouts/slideLayout2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900" r:id="rId40"/>
  </p:sldIdLst>
  <p:sldSz cx="12192000" cy="6858000"/>
  <p:notesSz cx="6858000" cy="9144000"/>
  <p:extLst>
    <p:ext uri="{ADD-SLIDE-SECTION}">
      <fixture:sectionLst xmlns:fixture="urn:web-ppt:add-slide">
        <fixture:section>
          <fixture:sldIdLst>
            <fixture:sldId id="KEEP-SECTION"/>
          </fixture:sldIdLst>
        </fixture:section>
      </fixture:sectionLst>
      <p14:sectionLst xmlns:p14="http://schemas.microsoft.com/office/powerpoint/2010/main">
        <p14:section name="第一节" id="{11111111-1111-1111-1111-111111111111}">
          <p14:sldIdLst>
            <p14:sldId xmlns:fixture="urn:web-ppt:add-slide" fixture:id="999" id="900"/>
          </p14:sldIdLst>
        </p14:section>
      </p14:sectionLst>
      <fixture:keep xmlns:fixture="urn:web-ppt:add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Target="slides/slide7.xml" Type="http://schemas.openxmlformats.org/officeDocument/2006/relationships/slide" Id="rId40"/><Relationship Id="rId3" Type="http://schemas.openxmlformats.org/officeDocument/2006/relationships/theme" Target="theme/theme1.xml"/><Relationship Id="rId77" Type="urn:web-ppt:unknown" Target="../customXml/keep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版式色带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71" name="版式下一页链接">
            <a:hlinkClick action="ppaction://hlinkshowjump?jump=nextslide"/>
          </p:cNvPr>
          <p:cNvSpPr/>
          <p:nvPr/>
        </p:nvSpPr>
        <p:spPr>
          <a:xfrm>
            <a:off x="11620500" y="190500"/>
            <a:ext cx="228600" cy="228600"/>
          </a:xfrm>
          <a:prstGeom prst="rect">
            <a:avLst/>
          </a:prstGeom>
          <a:noFill/>
        </p:spPr>
      </p:sp>
      <p:sp>
        <p:nvSpPr>
          <p:cNvPr id="90" name="标题占位符"/>
          <p:cNvSpPr/>
          <p:nvPr>
            <p:ph type="title" idx="1"/>
          </p:nvPr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/>
          <a:lstStyle/>
          <a:p>
            <a:r>
              <a:rPr sz="3000"/>
              <a:t>单击此处添加标题</a:t>
            </a:r>
          </a:p>
        </p:txBody>
      </p:sp>
      <p:sp>
        <p:nvSpPr>
          <p:cNvPr id="91" name="正文占位符"/>
          <p:cNvSpPr/>
          <p:nvPr>
            <p:ph type="body" idx="2"/>
          </p:nvPr>
        </p:nvSpPr>
        <p:spPr>
          <a:xfrm>
            <a:off x="1143000" y="2095500"/>
            <a:ext cx="9906000" cy="371475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单击此处添加正文</a:t>
            </a:r>
          </a:p>
        </p:txBody>
      </p:sp>
      <p:sp>
        <p:nvSpPr>
          <p:cNvPr id="92" name="页码占位符"/>
          <p:cNvSpPr/>
          <p:nvPr>
            <p:ph type="sldNum" idx="3"/>
          </p:nvPr>
        </p:nvSpPr>
        <p:spPr>
          <a:xfrm>
            <a:off x="381000" y="6429375"/>
            <a:ext cx="5715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sz="1200"/>
              <a:t>第 </a:t>
            </a:r>
            <a:fld xmlns:fixture="urn:web-ppt:add-slide" fixture:type="KEEP-TYPE" id="{00000000-0000-0000-0000-000000000092}" type="slidenum">
              <a:rPr sz="1200"/>
              <a:t>99</a:t>
            </a:fld>
            <a:r>
              <a:rPr sz="1200"/>
              <a:t> 页</a:t>
            </a:r>
          </a:p>
        </p:txBody>
        <p:extLst>
          <p:ext uri="{ADD-SLIDE-FIELD}">
            <fixture:fld xmlns:fixture="urn:web-ppt:add-slide" type="slidenum">
              <fixture:t>KEEP-FIELD</fixture:t>
            </fixture:fld>
          </p:ext>
        </p:extLst>
      </p:sp>
      <p:sp>
        <p:nvSpPr>
          <p:cNvPr id="93" name="图片占位符"/>
          <p:cNvSpPr/>
          <p:nvPr>
            <p:ph type="pic" idx="4"/>
          </p:nvPr>
        </p:nvSpPr>
        <p:spPr>
          <a:xfrm>
            <a:off x="9906000" y="5905500"/>
            <a:ext cx="1143000" cy="38100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单击此处添加图片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空白版式角标"/>
          <p:cNvSpPr/>
          <p:nvPr/>
        </p:nvSpPr>
        <p:spPr>
          <a:xfrm>
            <a:off x="304800" y="6172200"/>
            <a:ext cx="1714500" cy="304800"/>
          </a:xfrm>
          <a:prstGeom prst="roundRect">
            <a:avLst/>
          </a:prstGeom>
          <a:solidFill>
            <a:schemeClr val="accent1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9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母版标记"/>
          <p:cNvSpPr/>
          <p:nvPr/>
        </p:nvSpPr>
        <p:spPr>
          <a:xfrm>
            <a:off x="11239500" y="6286500"/>
            <a:ext cx="571500" cy="228600"/>
          </a:xfrm>
          <a:prstGeom prst="roundRect">
            <a:avLst/>
          </a:prstGeom>
          <a:solidFill>
            <a:schemeClr val="accent2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9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现有标题"/>
          <p:cNvSpPr/>
          <p:nvPr>
            <p:ph type="title"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 sz="3000"/>
              <a:t>现有页面</a:t>
            </a:r>
          </a:p>
        </p:txBody>
      </p:sp>
      <p:sp>
        <p:nvSpPr>
          <p:cNvPr id="805" name="现有正文"/>
          <p:cNvSpPr/>
          <p:nvPr>
            <p:ph type="body" idx="2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 sz="1800"/>
              <a:t>用于验证新增页插入位置</a:t>
            </a:r>
          </a:p>
        </p:txBody>
      </p:sp>
      <p:sp>
        <p:nvSpPr>
          <p:cNvPr id="806" name="现有页下一页链接">
            <a:hlinkClick action="ppaction://hlinkshowjump?jump=nextslide"/>
          </p:cNvPr>
          <p:cNvSpPr/>
          <p:nvPr/>
        </p:nvSpPr>
        <p:spPr>
          <a:xfrm>
            <a:off x="11811000" y="6477000"/>
            <a:ext cx="228600" cy="228600"/>
          </a:xfrm>
          <a:prstGeom prst="rect">
            <a:avLst/>
          </a:prstGeom>
          <a:noFill/>
        </p:spPr>
      </p:sp>
      <p:sp>
        <p:nvSpPr>
          <p:cNvPr id="807" name="现有页自身链接">
            <a:hlinkClick r:id="rId2" action="ppaction://hlinksldjump"/>
          </p:cNvPr>
          <p:cNvSpPr/>
          <p:nvPr/>
        </p:nvSpPr>
        <p:spPr>
          <a:xfrm>
            <a:off x="11430000" y="6477000"/>
            <a:ext cx="228600" cy="228600"/>
          </a:xfrm>
          <a:prstGeom prst="rect">
            <a:avLst/>
          </a:prstGeom>
          <a:noFill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dd Slide Theme">
  <a:themeElements>
    <a:clrScheme name="Add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D94F70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add-slide">原位保留</keep>
</file>