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Sheet1!A2:A5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Sheet1!B2:B5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Sheet1!C2:C5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Sheet1!D2:D5</c:f>
              <c:numCache>
                <c:formatCode>General</c:formatCode>
                <c:ptCount val="4"/>
                <c:pt idx="0">
                  <c:v>15</c:v>
                </c:pt>
                <c:pt idx="1">
                  <c:v>30</c:v>
                </c:pt>
                <c:pt idx="2">
                  <c:v>45</c:v>
                </c:pt>
                <c:pt idx="3">
                  <c:v>65</c:v>
                </c:pt>
              </c:numCache>
            </c:numRef>
          </c:xVal>
          <c:yVal>
            <c:numRef>
              <c:f>Sheet1!E2:E5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bubbleSize>
            <c:numRef>
              <c:f>Sheet1!F2:F5</c:f>
              <c:numCache>
                <c:formatCode>General</c:formatCode>
                <c:ptCount val="4"/>
                <c:pt idx="0">
                  <c:v>600</c:v>
                </c:pt>
                <c:pt idx="1">
                  <c:v>1200</c:v>
                </c:pt>
                <c:pt idx="2">
                  <c:v>2100</c:v>
                </c:pt>
                <c:pt idx="3">
                  <c:v>3200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Sheet1!A3:A4</c:f>
              <c:numCache>
                <c:formatCode>General</c:formatCode>
                <c:ptCount val="2"/>
                <c:pt idx="0">
                  <c:v>25</c:v>
                </c:pt>
                <c:pt idx="1">
                  <c:v>40</c:v>
                </c:pt>
              </c:numCache>
            </c:numRef>
          </c:xVal>
          <c:yVal>
            <c:numRef>
              <c:f>Sheet1!B3:B4</c:f>
              <c:numCache>
                <c:formatCode>General</c:formatCode>
                <c:ptCount val="2"/>
                <c:pt idx="0">
                  <c:v>35</c:v>
                </c:pt>
                <c:pt idx="1">
                  <c:v>28</c:v>
                </c:pt>
              </c:numCache>
            </c:numRef>
          </c:yVal>
          <c:bubbleSize>
            <c:numRef>
              <c:f>Sheet1!C3:C4</c:f>
              <c:numCache>
                <c:formatCode>General</c:formatCode>
                <c:ptCount val="2"/>
                <c:pt idx="0">
                  <c:v>900</c:v>
                </c:pt>
                <c:pt idx="1">
                  <c:v>1600</c:v>
                </c:pt>
              </c:numCache>
            </c:numRef>
          </c:bubbleSize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Sheet1!D3:D4</c:f>
              <c:numCache>
                <c:formatCode>General</c:formatCode>
                <c:ptCount val="2"/>
                <c:pt idx="0">
                  <c:v>30</c:v>
                </c:pt>
                <c:pt idx="1">
                  <c:v>45</c:v>
                </c:pt>
              </c:numCache>
            </c:numRef>
          </c:xVal>
          <c:yVal>
            <c:numRef>
              <c:f>Sheet1!E3:E4</c:f>
              <c:numCache>
                <c:formatCode>General</c:formatCode>
                <c:ptCount val="2"/>
                <c:pt idx="0">
                  <c:v>42</c:v>
                </c:pt>
                <c:pt idx="1">
                  <c:v>38</c:v>
                </c:pt>
              </c:numCache>
            </c:numRef>
          </c:yVal>
          <c:bubbleSize>
            <c:numRef>
              <c:f>Sheet1!F3:F4</c:f>
              <c:numCache>
                <c:formatCode>General</c:formatCode>
                <c:ptCount val="2"/>
                <c:pt idx="0">
                  <c:v>1200</c:v>
                </c:pt>
                <c:pt idx="1">
                  <c:v>2100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