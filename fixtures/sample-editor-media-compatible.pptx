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wav" ContentType="audio/wav"/>
  <Default Extension="png" ContentType="image/png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audio" Target="../media/tone.wav"/><Relationship Id="rId3" Type="http://schemas.openxmlformats.org/officeDocument/2006/relationships/image" Target="../media/ic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兼容音频 2"/>
          <p:cNvPicPr/>
          <p:nvPr>
            <a:audioFile r:link="rId2"/>
          </p:nvPr>
        </p:nvPicPr>
        <p:blipFill>
          <a:blip r:embed="rId3"/>
          <a:stretch>
            <a:fillRect/>
          </a:stretch>
        </p:blipFill>
        <p:spPr>
          <a:xfrm>
            <a:off x="381000" y="571500"/>
            <a:ext cx="762000" cy="762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pic>
            <p:nvPicPr>
              <p:cNvPr id="3" name="兼容音频 3"/>
              <p:cNvPicPr/>
              <p:nvPr>
                <a:audioFile r:link="rId2"/>
              </p:nvPr>
            </p:nvPicPr>
            <p:blipFill>
              <a:blip r:embed="rId3"/>
              <a:stretch>
                <a:fillRect/>
              </a:stretch>
            </p:blipFill>
            <p:spPr>
              <a:xfrm>
                <a:off x="381000" y="571500"/>
                <a:ext cx="762000" cy="762000"/>
              </a:xfrm>
              <a:prstGeom prst="rect">
                <a:avLst/>
              </a:prstGeom>
            </p:spPr>
          </p:pic>
        </mc:Choice>
        <mc:Fallback>
          <p:pic>
            <p:nvPicPr>
              <p:cNvPr id="3" name="兼容音频 3"/>
              <p:cNvPicPr/>
              <p:nvPr>
                <a:audioFile r:link="rId2"/>
              </p:nvPr>
            </p:nvPicPr>
            <p:blipFill>
              <a:blip r:embed="rId3"/>
              <a:stretch>
                <a:fillRect/>
              </a:stretch>
            </p:blipFill>
            <p:spPr>
              <a:xfrm>
                <a:off x="381000" y="571500"/>
                <a:ext cx="762000" cy="76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兼容媒体边界">
  <a:themeElements>
    <a:clrScheme name="兼容媒体边界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兼容媒体边界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兼容媒体边界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