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ransition-0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无切换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fixture="urn:web-ppt:transition-fixture" xmlns:mc="http://schemas.openxmlformats.org/markup-compatibility/2006" mc:Ignorable="fixture" fixture:keep="roo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ransition-1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1</a:t>
            </a:r>
          </a:p>
        </p:txBody>
      </p:sp>
    </p:spTree>
  </p:cSld>
  <p:clrMapOvr>
    <a:masterClrMapping/>
  </p:clrMapOvr>
  <fixture:transition>
    <fixture:cut/>
  </fixture:transition>
  <p:transition xmlns:x14="http://schemas.microsoft.com/office/powerpoint/2010/main" x14:dur="800" fixture:dur="4999" advClick="0" fixture:transition="keep">
    <fixture:fade fixture:child="keep"/>
    <p:fadeThroughBlack fixture:effect="keep"/>
    <p:sndAc>
      <p:endSnd/>
    </p:sndAc>
  </p:transition>
  <p:timing xmlns:fixture="urn:web-ppt:transition-fixture" fixture:keep="timing">
    <p:tnLst/>
  </p:timing>
  <mc:AlternateContent xmlns:mc="http://schemas.openxmlformats.org/markup-compatibility/2006">
    <mc:Choice xmlns:p14="http://schemas.microsoft.com/office/powerpoint/2010/main" Requires="p14">
      <p:extLst>
        <p:ext uri="{TRANSITION-KEEP}"/>
      </p:extLst>
    </mc:Choice>
    <mc:Fallback>
      <p:extLst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ransition-2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2</a:t>
            </a:r>
          </a:p>
        </p:txBody>
      </p:sp>
    </p:spTree>
  </p:cSld>
  <p:clrMapOvr>
    <a:masterClrMapping/>
  </p:clrMapOvr>
  <p:transition xmlns:p14="http://schemas.microsoft.com/office/powerpoint/2010/main" p14:dur="807" advTm="2400" advClick="0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ransition-3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3</a:t>
            </a:r>
          </a:p>
        </p:txBody>
      </p:sp>
    </p:spTree>
  </p:cSld>
  <p:clrMapOvr>
    <a:masterClrMapping/>
  </p:clrMapOvr>
  <p:transition xmlns:p14="http://schemas.microsoft.com/office/powerpoint/2010/main" p14:dur="814">
    <p:push dir="l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ransition-4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4</a:t>
            </a:r>
          </a:p>
        </p:txBody>
      </p:sp>
    </p:spTree>
  </p:cSld>
  <p:clrMapOvr>
    <a:masterClrMapping/>
  </p:clrMapOvr>
  <p:transition xmlns:p14="http://schemas.microsoft.com/office/powerpoint/2010/main" p14:dur="821">
    <p:pull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ransition-5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5</a:t>
            </a:r>
          </a:p>
        </p:txBody>
      </p:sp>
    </p:spTree>
  </p:cSld>
  <p:clrMapOvr>
    <a:masterClrMapping/>
  </p:clrMapOvr>
  <p:transition xmlns:p14="http://schemas.microsoft.com/office/powerpoint/2010/main" p14:dur="828">
    <p:cover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ransition-6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6</a:t>
            </a:r>
          </a:p>
        </p:txBody>
      </p:sp>
    </p:spTree>
  </p:cSld>
  <p:clrMapOvr>
    <a:masterClrMapping/>
  </p:clrMapOvr>
  <p:transition xmlns:p14="http://schemas.microsoft.com/office/powerpoint/2010/main" p14:dur="835"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ransition-7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7</a:t>
            </a:r>
          </a:p>
        </p:txBody>
      </p:sp>
    </p:spTree>
  </p:cSld>
  <p:clrMapOvr>
    <a:masterClrMapping/>
  </p:clrMapOvr>
  <p:transition xmlns:p14="http://schemas.microsoft.com/office/powerpoint/2010/main" p14:dur="842">
    <p:split orient="vert" dir="ou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ransition-8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8</a:t>
            </a:r>
          </a:p>
        </p:txBody>
      </p:sp>
    </p:spTree>
  </p:cSld>
  <p:clrMapOvr>
    <a:masterClrMapping/>
  </p:clrMapOvr>
  <p:transition xmlns:p14="http://schemas.microsoft.com/office/powerpoint/2010/main" p14:dur="849">
    <p:zoom dir="in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ransition-9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9</a:t>
            </a:r>
          </a:p>
        </p:txBody>
      </p:sp>
    </p:spTree>
  </p:cSld>
  <p:clrMapOvr>
    <a:masterClrMapping/>
  </p:clrMapOvr>
  <p:transition xmlns:p14="http://schemas.microsoft.com/office/powerpoint/2010/main" p14:dur="856">
    <p:random xmlns:fixture="urn:web-ppt:transition-fixture" fixture:alias="keep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ransition-10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10</a:t>
            </a:r>
          </a:p>
        </p:txBody>
      </p:sp>
    </p:spTree>
  </p:cSld>
  <p:clrMapOvr>
    <a:masterClrMapping/>
  </p:clrMapOvr>
  <p:transition xmlns:p14="http://schemas.microsoft.com/office/powerpoint/2010/main" p14:dur="863">
    <p:checker dir="horz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ransition-11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11</a:t>
            </a:r>
          </a:p>
        </p:txBody>
      </p:sp>
    </p:spTree>
  </p:cSld>
  <p:clrMapOvr>
    <a:masterClrMapping/>
  </p:clrMapOvr>
  <p:transition xmlns:p14="http://schemas.microsoft.com/office/powerpoint/2010/main" p14:dur="870">
    <p:blinds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ransition-12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12</a:t>
            </a:r>
          </a:p>
        </p:txBody>
      </p:sp>
    </p:spTree>
  </p:cSld>
  <p:clrMapOvr>
    <a:masterClrMapping/>
  </p:clrMapOvr>
  <p:transition xmlns:p14="http://schemas.microsoft.com/office/powerpoint/2010/main" p14:dur="877">
    <p:comb dir="horz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ransition-13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13</a:t>
            </a:r>
          </a:p>
        </p:txBody>
      </p:sp>
    </p:spTree>
  </p:cSld>
  <p:clrMapOvr>
    <a:masterClrMapping/>
  </p:clrMapOvr>
  <p:transition xmlns:p14="http://schemas.microsoft.com/office/powerpoint/2010/main" p14:dur="884">
    <p:whee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ransition-14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14</a:t>
            </a:r>
          </a:p>
        </p:txBody>
      </p:sp>
    </p:spTree>
  </p:cSld>
  <p:clrMapOvr>
    <a:masterClrMapping/>
  </p:clrMapOvr>
  <p:transition xmlns:p14="http://schemas.microsoft.com/office/powerpoint/2010/main" p14:dur="891">
    <p:circl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ransition-15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15</a:t>
            </a:r>
          </a:p>
        </p:txBody>
      </p:sp>
    </p:spTree>
  </p:cSld>
  <p:clrMapOvr>
    <a:masterClrMapping/>
  </p:clrMapOvr>
  <p:transition xmlns:p14="http://schemas.microsoft.com/office/powerpoint/2010/main" p14:dur="898">
    <p:diamond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ransition-16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16</a:t>
            </a:r>
          </a:p>
        </p:txBody>
      </p:sp>
    </p:spTree>
  </p:cSld>
  <p:clrMapOvr>
    <a:masterClrMapping/>
  </p:clrMapOvr>
  <p:transition xmlns:p14="http://schemas.microsoft.com/office/powerpoint/2010/main" p14:dur="905">
    <p:plus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ransition-17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17</a:t>
            </a:r>
          </a:p>
        </p:txBody>
      </p:sp>
    </p:spTree>
  </p:cSld>
  <p:clrMapOvr>
    <a:masterClrMapping/>
  </p:clrMapOvr>
  <p:transition xmlns:p14="http://schemas.microsoft.com/office/powerpoint/2010/main" p14:dur="912">
    <p:wedg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ransition-18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18</a:t>
            </a:r>
          </a:p>
        </p:txBody>
      </p:sp>
    </p:spTree>
  </p:cSld>
  <p:clrMapOvr>
    <a:masterClrMapping/>
  </p:clrMapOvr>
  <p:transition xmlns:p14="http://schemas.microsoft.com/office/powerpoint/2010/main" p14:dur="919">
    <p:newsfla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ransition-19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19</a:t>
            </a:r>
          </a:p>
        </p:txBody>
      </p:sp>
    </p:spTree>
  </p:cSld>
  <p:clrMapOvr>
    <a:masterClrMapping/>
  </p:clrMapOvr>
  <p:transition xmlns:p14="http://schemas.microsoft.com/office/powerpoint/2010/main" p14:dur="926">
    <p:randomBar dir="vert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ransition-20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20</a:t>
            </a:r>
          </a:p>
        </p:txBody>
      </p:sp>
    </p:spTree>
  </p:cSld>
  <p:clrMapOvr>
    <a:masterClrMapping/>
  </p:clrMapOvr>
  <p:transition xmlns:p14="http://schemas.microsoft.com/office/powerpoint/2010/main" p14:dur="933">
    <p:strips dir="r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ransition-21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21</a:t>
            </a:r>
          </a:p>
        </p:txBody>
      </p:sp>
    </p:spTree>
  </p:cSld>
  <p:clrMapOvr>
    <a:masterClrMapping/>
  </p:clrMapOvr>
  <mc:AlternateContent xmlns:mc="http://schemas.openxmlformats.org/markup-compatibility/2006" xmlns:fixture="urn:web-ppt:transition-fixture" mc:Ignorable="fixture" fixture:carrier="keep">
    <mc:Choice xmlns:p200="urn:web-ppt:future" Requires="p200">
      <p:transition>
        <p200:futureEffect/>
      </p:transition>
    </mc:Choice>
    <mc:Choice xmlns:p14="http://schemas.microsoft.com/office/powerpoint/2010/main" Requires="p14" fixture:branch="keep">
      <p:transition p14:dur="1100">
        <p14:vortex/>
      </p:transition>
      <fixture:keep xmlns:fixture="urn:web-ppt:transition-fixture" value="choice"/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ransition-22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22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109">
        <p14:switch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ransition-23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23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118">
        <p14:flip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ransition-24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24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127">
        <p14:rippl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ransition-25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25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136">
        <p14:honeycomb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ransition-26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145">
        <p14:glitter dir="l" pattern="hexagon"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ransition-27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27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154">
        <p14:warp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ransition-28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28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163">
        <p14:flythrough dir="in"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ransition-29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29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172">
        <p14:flash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ransition-30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30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181">
        <p14:shred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ransition-31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31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190">
        <p14:reveal dir="r"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ransition-32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199">
        <p14:wheelRevers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ransition-33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33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208">
        <p14:ferris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ransition-34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34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217">
        <p14:gallery dir="l"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ransition-35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35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226">
        <p14:conveyor dir="r"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ransition-36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36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235">
        <p14:pan dir="u"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ransition-37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37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244">
        <p14:doors dir="vert"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ransition-38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38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253">
        <p14:window dir="horz"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ransition-39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39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262">
        <p14:prism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ransition-40"/>
          <p:cNvSpPr/>
          <p:nvPr/>
        </p:nvSpPr>
        <p:spPr>
          <a:xfrm>
            <a:off x="2857500" y="2190750"/>
            <a:ext cx="6477000" cy="2095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FFFFFF"/>
                </a:solidFill>
              </a:rPr>
              <a:t>切换 40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p14:dur="1600">
        <p159:morph option="byWord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ditor Transitions">
  <a:themeElements>
    <a:clrScheme name="Editor Transitions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ditor Transition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ditor Transition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