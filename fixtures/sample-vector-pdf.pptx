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381000" y="381000"/>
            <a:ext cx="3048000" cy="952500"/>
          </a:xfrm>
          <a:prstGeom prst="rect">
            <a:avLst/>
          </a:prstGeom>
          <a:solidFill>
            <a:srgbClr val="E53935"/>
          </a:solidFill>
        </p:spPr>
        <p:txBody>
          <a:bodyPr anchor="ctr"/>
          <a:lstStyle/>
          <a:p>
            <a:r>
              <a:rPr sz="2400">
                <a:latin typeface="WebPPT Glyph Latin"/>
              </a:rPr>
              <a:t>AV office ffi 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">
  <a:themeElements>
    <a:clrScheme name="VectorPdf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