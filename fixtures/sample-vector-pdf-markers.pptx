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p"/>
          <p:cNvSpPr/>
          <p:nvPr/>
        </p:nvSpPr>
        <p:spPr>
          <a:xfrm>
            <a:off x="762000" y="381000"/>
            <a:ext cx="2476500" cy="0"/>
          </a:xfrm>
          <a:prstGeom prst="line">
            <a:avLst/>
          </a:prstGeom>
          <a:noFill/>
          <a:ln w="38100" cap="rnd">
            <a:solidFill>
              <a:srgbClr val="1565C0"/>
            </a:solidFill>
            <a:prstDash val="dash"/>
            <a:headEnd type="triangle" w="lg" len="lg"/>
            <a:tailEnd type="triangle" w="lg" len="lg"/>
          </a:ln>
        </p:spPr>
        <p:txBody>
          <a:bodyPr anchor="ctr"/>
          <a:lstStyle/>
          <a:p>
            <a:endParaRPr/>
          </a:p>
        </p:txBody>
      </p:sp>
      <p:sp>
        <p:nvSpPr>
          <p:cNvPr id="155" name="sp"/>
          <p:cNvSpPr/>
          <p:nvPr/>
        </p:nvSpPr>
        <p:spPr>
          <a:xfrm>
            <a:off x="762000" y="904875"/>
            <a:ext cx="2476500" cy="0"/>
          </a:xfrm>
          <a:prstGeom prst="line">
            <a:avLst/>
          </a:prstGeom>
          <a:noFill/>
          <a:ln w="38100" cap="rnd">
            <a:solidFill>
              <a:srgbClr val="1565C0"/>
            </a:solidFill>
            <a:prstDash val="dash"/>
            <a:headEnd type="stealth" w="lg" len="lg"/>
            <a:tailEnd type="stealth" w="lg" len="lg"/>
          </a:ln>
        </p:spPr>
        <p:txBody>
          <a:bodyPr anchor="ctr"/>
          <a:lstStyle/>
          <a:p>
            <a:endParaRPr/>
          </a:p>
        </p:txBody>
      </p:sp>
      <p:sp>
        <p:nvSpPr>
          <p:cNvPr id="156" name="sp"/>
          <p:cNvSpPr/>
          <p:nvPr/>
        </p:nvSpPr>
        <p:spPr>
          <a:xfrm>
            <a:off x="762000" y="1428750"/>
            <a:ext cx="2476500" cy="0"/>
          </a:xfrm>
          <a:prstGeom prst="line">
            <a:avLst/>
          </a:prstGeom>
          <a:noFill/>
          <a:ln w="38100" cap="rnd">
            <a:solidFill>
              <a:srgbClr val="1565C0">
                <a:alpha val="50000"/>
              </a:srgbClr>
            </a:solidFill>
            <a:prstDash val="dash"/>
            <a:headEnd type="diamond" w="lg" len="lg"/>
            <a:tailEnd type="diamond" w="lg" len="lg"/>
          </a:ln>
        </p:spPr>
        <p:txBody>
          <a:bodyPr anchor="ctr"/>
          <a:lstStyle/>
          <a:p>
            <a:endParaRPr/>
          </a:p>
        </p:txBody>
      </p:sp>
      <p:sp>
        <p:nvSpPr>
          <p:cNvPr id="157" name="sp"/>
          <p:cNvSpPr/>
          <p:nvPr/>
        </p:nvSpPr>
        <p:spPr>
          <a:xfrm>
            <a:off x="762000" y="1952625"/>
            <a:ext cx="2476500" cy="0"/>
          </a:xfrm>
          <a:prstGeom prst="line">
            <a:avLst/>
          </a:prstGeom>
          <a:noFill/>
          <a:ln w="38100" cap="rnd">
            <a:solidFill>
              <a:srgbClr val="1565C0"/>
            </a:solidFill>
            <a:prstDash val="dash"/>
            <a:headEnd type="oval" w="lg" len="lg"/>
            <a:tailEnd type="oval" w="lg" len="lg"/>
          </a:ln>
        </p:spPr>
        <p:txBody>
          <a:bodyPr anchor="ctr"/>
          <a:lstStyle/>
          <a:p>
            <a:endParaRPr/>
          </a:p>
        </p:txBody>
      </p:sp>
      <p:sp>
        <p:nvSpPr>
          <p:cNvPr id="158" name="sp"/>
          <p:cNvSpPr/>
          <p:nvPr/>
        </p:nvSpPr>
        <p:spPr>
          <a:xfrm>
            <a:off x="762000" y="2476500"/>
            <a:ext cx="2476500" cy="0"/>
          </a:xfrm>
          <a:prstGeom prst="line">
            <a:avLst/>
          </a:prstGeom>
          <a:noFill/>
          <a:ln w="38100" cap="rnd">
            <a:solidFill>
              <a:srgbClr val="1565C0"/>
            </a:solidFill>
            <a:prstDash val="dash"/>
            <a:headEnd type="arrow" w="sm" len="lg"/>
            <a:tailEnd type="arrow" w="sm" len="lg"/>
          </a:ln>
        </p:spPr>
        <p:txBody>
          <a:bodyPr anchor="ctr"/>
          <a:lstStyle/>
          <a:p>
            <a:endParaRPr/>
          </a:p>
        </p:txBody>
      </p:sp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p"/>
          <p:cNvSpPr/>
          <p:nvPr/>
        </p:nvSpPr>
        <p:spPr>
          <a:xfrm>
            <a:off x="381000" y="381000"/>
            <a:ext cx="1714500" cy="952500"/>
          </a:xfrm>
          <a:prstGeom prst="curvedConnector2">
            <a:avLst/>
          </a:prstGeom>
          <a:noFill/>
          <a:ln w="38100" cap="rnd">
            <a:solidFill>
              <a:srgbClr val="1565C0"/>
            </a:solidFill>
            <a:prstDash val="dash"/>
            <a:headEnd type="triangle" w="lg" len="lg"/>
            <a:tailEnd type="triangle" w="lg" len="lg"/>
          </a:ln>
        </p:spPr>
        <p:txBody>
          <a:bodyPr anchor="ctr"/>
          <a:lstStyle/>
          <a:p>
            <a:endParaRPr/>
          </a:p>
        </p:txBody>
      </p:sp>
      <p:sp>
        <p:nvSpPr>
          <p:cNvPr id="150" name="sp"/>
          <p:cNvSpPr/>
          <p:nvPr/>
        </p:nvSpPr>
        <p:spPr>
          <a:xfrm>
            <a:off x="3048000" y="381000"/>
            <a:ext cx="1905000" cy="952500"/>
          </a:xfrm>
          <a:custGeom>
            <a:avLst/>
            <a:gdLst/>
            <a:ahLst/>
            <a:cxnLst/>
            <a:rect l="0" t="0" r="r" b="b"/>
            <a:pathLst>
              <a:path w="200" h="100">
                <a:moveTo>
                  <a:pt x="0" y="0"/>
                </a:moveTo>
                <a:cubicBezTo>
                  <a:pt x="0" y="0"/>
                  <a:pt x="0" y="80"/>
                  <a:pt x="100" y="80"/>
                </a:cubicBezTo>
                <a:cubicBezTo>
                  <a:pt x="180" y="80"/>
                  <a:pt x="200" y="0"/>
                  <a:pt x="200" y="0"/>
                </a:cubicBezTo>
              </a:path>
            </a:pathLst>
          </a:custGeom>
          <a:noFill/>
          <a:ln w="38100" cap="rnd">
            <a:solidFill>
              <a:srgbClr val="1565C0"/>
            </a:solidFill>
            <a:prstDash val="dash"/>
            <a:headEnd type="stealth" w="lg" len="lg"/>
            <a:tailEnd type="stealth" w="lg" len="lg"/>
          </a:ln>
        </p:spPr>
        <p:txBody>
          <a:bodyPr anchor="ctr"/>
          <a:lstStyle/>
          <a:p>
            <a:endParaRPr/>
          </a:p>
        </p:txBody>
      </p:sp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箭头组变换"/>
          <p:cNvGrpSpPr/>
          <p:nvPr/>
        </p:nvGrpSpPr>
        <p:grpSpPr>
          <a:xfrm rot="1800000">
            <a:off x="1714500" y="476250"/>
            <a:ext cx="2857500" cy="1714500"/>
            <a:chOff x="0" y="0"/>
            <a:chExt cx="2381250" cy="1905000"/>
          </a:xfrm>
        </p:grpSpPr>
        <p:sp>
          <p:nvSpPr>
            <p:cNvPr id="151" name="sp"/>
            <p:cNvSpPr/>
            <p:nvPr/>
          </p:nvSpPr>
          <p:spPr>
            <a:xfrm>
              <a:off x="190500" y="190500"/>
              <a:ext cx="1714500" cy="952500"/>
            </a:xfrm>
            <a:prstGeom prst="curvedConnector2">
              <a:avLst/>
            </a:prstGeom>
            <a:noFill/>
            <a:ln w="38100" cap="rnd">
              <a:solidFill>
                <a:srgbClr val="1565C0"/>
              </a:solidFill>
              <a:prstDash val="dash"/>
              <a:headEnd type="arrow" w="sm" len="lg"/>
              <a:tailEnd type="arrow" w="sm" len="lg"/>
            </a:ln>
          </p:spPr>
          <p:txBody>
            <a:bodyPr anchor="ctr"/>
            <a:lstStyle/>
            <a:p>
              <a:endParaRPr/>
            </a:p>
          </p:txBody>
        </p:sp>
      </p:grpSp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p"/>
          <p:cNvSpPr/>
          <p:nvPr/>
        </p:nvSpPr>
        <p:spPr>
          <a:xfrm>
            <a:off x="762000" y="571500"/>
            <a:ext cx="1905000" cy="952500"/>
          </a:xfrm>
          <a:prstGeom prst="line">
            <a:avLst/>
          </a:prstGeom>
          <a:noFill/>
          <a:ln w="38100" cap="rnd">
            <a:solidFill>
              <a:srgbClr val="1565C0"/>
            </a:solidFill>
            <a:prstDash val="dash"/>
            <a:headEnd type="triangle" w="lg" len="lg"/>
            <a:tailEnd type="triangle" w="lg" len="lg"/>
          </a:ln>
        </p:spPr>
        <p:txBody>
          <a:bodyPr anchor="ctr"/>
          <a:lstStyle/>
          <a:p>
            <a:endParaRPr/>
          </a:p>
        </p:txBody>
      </p:sp>
      <p:sp>
        <p:nvSpPr>
          <p:cNvPr id="161" name="sp"/>
          <p:cNvSpPr/>
          <p:nvPr/>
        </p:nvSpPr>
        <p:spPr>
          <a:xfrm>
            <a:off x="3143250" y="571500"/>
            <a:ext cx="1905000" cy="952500"/>
          </a:xfrm>
          <a:prstGeom prst="line">
            <a:avLst/>
          </a:prstGeom>
          <a:noFill/>
          <a:ln w="38100" cap="rnd">
            <a:solidFill>
              <a:srgbClr val="1565C0"/>
            </a:solidFill>
            <a:prstDash val="dash"/>
            <a:headEnd type="oval" w="lg" len="lg"/>
            <a:tailEnd type="oval" w="lg" len="lg"/>
          </a:ln>
        </p:spPr>
        <p:txBody>
          <a:bodyPr anchor="ctr"/>
          <a:lstStyle/>
          <a:p>
            <a:endParaRPr/>
          </a:p>
        </p:txBody>
      </p:sp>
      <p:sp>
        <p:nvSpPr>
          <p:cNvPr id="162" name="sp"/>
          <p:cNvSpPr/>
          <p:nvPr/>
        </p:nvSpPr>
        <p:spPr>
          <a:xfrm>
            <a:off x="4000500" y="2190750"/>
            <a:ext cx="952500" cy="571500"/>
          </a:xfrm>
          <a:prstGeom prst="line">
            <a:avLst/>
          </a:prstGeom>
          <a:noFill/>
          <a:ln w="38100" cap="rnd">
            <a:solidFill>
              <a:srgbClr val="1565C0"/>
            </a:solidFill>
            <a:prstDash val="dash"/>
            <a:headEnd type="arrow" w="lg" len="lg"/>
            <a:tailEnd type="arrow" w="lg" len="lg"/>
          </a:ln>
        </p:spPr>
        <p:txBody>
          <a:bodyPr anchor="ctr"/>
          <a:lstStyle/>
          <a:p>
            <a:endParaRPr/>
          </a:p>
        </p:txBody>
      </p:sp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p"/>
          <p:cNvSpPr/>
          <p:nvPr/>
        </p:nvSpPr>
        <p:spPr>
          <a:xfrm>
            <a:off x="666750" y="476250"/>
            <a:ext cx="3810000" cy="1524000"/>
          </a:xfrm>
          <a:prstGeom prst="line">
            <a:avLst/>
          </a:prstGeom>
          <a:noFill/>
          <a:ln w="38100" cap="rnd">
            <a:solidFill>
              <a:srgbClr val="1565C0"/>
            </a:solidFill>
            <a:prstDash val="dash"/>
            <a:headEnd type="stealth" w="lg" len="lg"/>
            <a:tailEnd type="stealth" w="lg" len="lg"/>
          </a:ln>
        </p:spPr>
        <p:txBody>
          <a:bodyPr anchor="ctr"/>
          <a:lstStyle/>
          <a:p>
            <a:endParaRPr/>
          </a:p>
        </p:txBody>
      </p:sp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Markers">
  <a:themeElements>
    <a:clrScheme name="VectorPdfMarker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Marker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Marker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