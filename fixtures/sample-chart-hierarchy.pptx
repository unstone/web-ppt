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2.xlsx"/></Relationships>
</file>

<file path=ppt/charts/_rels/chart3.xml.rels><Relationships xmlns="http://schemas.openxmlformats.org/package/2006/relationships"><Relationship Id="rId1" Type="http://schemas.openxmlformats.org/officeDocument/2006/relationships/package" Target="../embeddings/hierarchy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Sheet1!D1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Sheet1!$A$2:$C$7</c:f>
              <c:multiLvlStrCache>
                <c:ptCount val="6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  <c:pt idx="5">
                    <c:v>B</c:v>
                  </c:pt>
                </c:lvl>
                <c:lvl>
                  <c:pt idx="0">
                    <c:v>East</c:v>
                  </c:pt>
                  <c:pt idx="2">
                    <c:v>West</c:v>
                  </c:pt>
                  <c:pt idx="4">
                    <c:v>East</c:v>
                  </c:pt>
                </c:lvl>
                <c:lvl>
                  <c:pt idx="0">
                    <c:v>North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Sheet1!D2:D7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  <c:pt idx="5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Sheet1!E1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Sheet1!$A$2:$C$7</c:f>
              <c:multiLvlStrCache>
                <c:ptCount val="6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  <c:pt idx="5">
                    <c:v>B</c:v>
                  </c:pt>
                </c:lvl>
                <c:lvl>
                  <c:pt idx="0">
                    <c:v>East</c:v>
                  </c:pt>
                  <c:pt idx="2">
                    <c:v>West</c:v>
                  </c:pt>
                  <c:pt idx="4">
                    <c:v>East</c:v>
                  </c:pt>
                </c:lvl>
                <c:lvl>
                  <c:pt idx="0">
                    <c:v>North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Sheet1!E2:E7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  <c:pt idx="5">
                  <c:v>60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Sheet1!A3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Sheet1!B3:F3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Sheet1!B4:F4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