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2.xlsx"/></Relationships>
</file>

<file path=ppt/charts/_rels/chart3.xml.rels><Relationships xmlns="http://schemas.openxmlformats.org/package/2006/relationships"><Relationship Id="rId1" Type="http://schemas.openxmlformats.org/officeDocument/2006/relationships/package" Target="../embeddings/hierarchy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Sheet1!B2:B5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Sheet1!C2:C5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Sheet1!D2:D5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Sheet1!E2:E5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Sheet1!F2:F5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Sheet1!D1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Sheet1!D2:D7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Sheet1!E1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Sheet1!E2:E7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  <c:pt idx="5">
                  <c:v>60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