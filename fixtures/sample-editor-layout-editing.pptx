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  <p:sldId id="300" r:id="rId42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Relationship Id="rId42" Type="http://schemas.openxmlformats.org/officeDocument/2006/relationships/slide" Target="slides/slide8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  <p:sp>
        <p:nvSpPr>
          <p:cNvPr id="95" name="版式末页链接">
            <a:hlinkClick action="ppaction://hlinkshowjump?jump=lastslide"/>
          </p:cNvPr>
          <p:cNvSpPr/>
          <p:nvPr/>
        </p:nvSpPr>
        <p:spPr>
          <a:xfrm>
            <a:off x="11239500" y="190500"/>
            <a:ext cx="190500" cy="190500"/>
          </a:xfrm>
          <a:prstGeom prst="rect">
            <a:avLst/>
          </a:prstGeom>
          <a:noFill/>
        </p:spPr>
      </p:sp>
    </p:spTree>
  </p:cSld>
  <p:clrMapOvr>
    <a:masterClrMapping/>
  </p:clrMapOvr>
  <p:transition advTm="3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extLst/>
    </mc:Choice>
    <mc:Fallback>
      <p:transition>
        <p:cut/>
      </p:transition>
    </mc:Fallback>
  </mc:AlternateContent>
  <mc:AlternateContent xmlns:mc="http://schemas.openxmlformats.org/markup-compatibility/2006">
    <mc:Choice xmlns:p200="urn:web-ppt:future" Requires="p200">
      <p:transition>
        <p200:futureEffect/>
      </p:transition>
    </mc:Choice>
    <mc:Fallback>
      <p:transition spd="fast">
        <p:push dir="r"/>
      </p:transition>
    </mc:Fallback>
  </mc:AlternateConten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/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>
            <a:lvl3pPr marL="1714500" indent="-190500">
              <a:buChar char="☞"/>
              <a:defRPr sz="2100"/>
            </a:lvl3pPr>
          </a:lstStyle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>
            <a:lvl3pPr marL="1714500" indent="-190500">
              <a:buChar char="☞"/>
              <a:defRPr sz="2100"/>
            </a:lvl3pPr>
          </a:lstStyle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2</a:t>
            </a:fld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