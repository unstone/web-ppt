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0" Type="http://schemas.openxmlformats.org/officeDocument/2006/relationships/image" Target="../media/format-painter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ormat-source"/>
          <p:cNvSpPr/>
          <p:nvPr/>
        </p:nvSpPr>
        <p:spPr>
          <a:xfrm>
            <a:off x="428625" y="428625"/>
            <a:ext cx="2667000" cy="1428750"/>
          </a:xfrm>
          <a:prstGeom prst="rect">
            <a:avLst/>
          </a:prstGeom>
          <a:gradFill rotWithShape="1">
            <a:gsLst>
              <a:gs pos="0">
                <a:srgbClr val="2563EB"/>
              </a:gs>
              <a:gs pos="100000">
                <a:srgbClr val="F97316">
                  <a:alpha val="65000"/>
                </a:srgbClr>
              </a:gs>
            </a:gsLst>
            <a:lin ang="2700000" scaled="1"/>
          </a:gradFill>
          <a:ln w="28575" cap="rnd" cmpd="sng">
            <a:solidFill>
              <a:srgbClr val="334155"/>
            </a:solidFill>
            <a:prstDash val="dash"/>
            <a:round/>
          </a:ln>
          <a:effectLst>
            <a:glow rad="28575">
              <a:srgbClr val="7C3AED"/>
            </a:glow>
            <a:softEdge rad="9525"/>
          </a:effectLst>
          <a:extLst>
            <a:ext uri="{WEB-PPT-FORMAT-SOURCE}">
              <fixture:keep xmlns:fixture="urn:web-ppt:format-painter" value="source-adjacent"/>
            </a:ext>
          </a:extLst>
        </p:spPr>
        <p:txBody>
          <a:bodyPr anchor="b" lIns="28575" tIns="38100" rIns="47625" bIns="57150" wrap="none" numCol="2" spcCol="76200"/>
          <a:lstStyle/>
          <a:p>
            <a:pPr algn="ctr">
              <a:lnSpc>
                <a:spcPct val="140000"/>
              </a:lnSpc>
            </a:pPr>
            <a:r>
              <a:rPr lang="zh-CN" sz="2600" b="1" i="1" u="sng" strike="sngStrike">
                <a:latin typeface="Aptos"/>
              </a:rPr>
              <a:t>来源</a:t>
            </a:r>
            <a:r>
              <a:rPr lang="zh-CN" sz="2600" b="1" i="1" u="sng" strike="sngStrike">
                <a:latin typeface="Aptos"/>
              </a:rPr>
              <a:t>多 run</a:t>
            </a:r>
          </a:p>
          <a:p>
            <a:pPr algn="ctr">
              <a:lnSpc>
                <a:spcPct val="140000"/>
              </a:lnSpc>
            </a:pPr>
            <a:r>
              <a:rPr lang="zh-CN" sz="2600" b="1" i="1" u="sng" strike="sngStrike">
                <a:latin typeface="Aptos"/>
              </a:rPr>
              <a:t>第二段</a:t>
            </a:r>
          </a:p>
        </p:txBody>
      </p:sp>
      <p:sp>
        <p:nvSpPr>
          <p:cNvPr id="102" name="format-target-local"/>
          <p:cNvSpPr/>
          <p:nvPr/>
        </p:nvSpPr>
        <p:spPr>
          <a:xfrm>
            <a:off x="3476625" y="428625"/>
            <a:ext cx="2667000" cy="1428750"/>
          </a:xfrm>
          <a:prstGeom prst="rect">
            <a:avLst/>
          </a:prstGeom>
          <a:solidFill>
            <a:schemeClr val="accent4"/>
          </a:solidFill>
          <a:extLst>
            <a:ext uri="{WEB-PPT-FORMAT-TARGET}">
              <fixture:keep xmlns:fixture="urn:web-ppt:format-painter" value="target-adjacent"/>
            </a:ext>
          </a:extLst>
        </p:spPr>
        <p:txBody>
          <a:bodyPr anchor="ctr"/>
          <a:lstStyle/>
          <a:p>
            <a:r>
              <a:rPr sz="1400"/>
              <a:t>目标内容不变</a:t>
            </a:r>
          </a:p>
        </p:txBody>
      </p:sp>
      <p:sp>
        <p:nvSpPr>
          <p:cNvPr id="103" name="format-empty-source"/>
          <p:cNvSpPr/>
          <p:nvPr/>
        </p:nvSpPr>
        <p:spPr>
          <a:xfrm>
            <a:off x="6524625" y="428625"/>
            <a:ext cx="2190750" cy="1428750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/>
          <a:p>
            <a:r>
              <a:t>无填充 / 无描边 / 空效果</a:t>
            </a:r>
          </a:p>
        </p:txBody>
      </p:sp>
      <p:pic>
        <p:nvPicPr>
          <p:cNvPr id="2901" name="format-picture"/>
          <p:cNvPicPr/>
          <p:nvPr/>
        </p:nvPicPr>
        <p:blipFill>
          <a:blip r:embed="rId20"/>
          <a:stretch>
            <a:fillRect/>
          </a:stretch>
        </p:blipFill>
        <p:spPr>
          <a:xfrm>
            <a:off x="428625" y="2333625"/>
            <a:ext cx="2000250" cy="1143000"/>
          </a:xfrm>
          <a:prstGeom prst="rect">
            <a:avLst/>
          </a:prstGeom>
          <a:ln w="19050">
            <a:solidFill>
              <a:srgbClr val="0F172A"/>
            </a:solidFill>
          </a:ln>
        </p:spPr>
      </p:pic>
      <p:grpSp>
        <p:nvGrpSpPr>
          <p:cNvPr id="2902" name="format-group"/>
          <p:cNvGrpSpPr/>
          <p:nvPr/>
        </p:nvGrpSpPr>
        <p:grpSpPr>
          <a:xfrm>
            <a:off x="2809875" y="2333625"/>
            <a:ext cx="2286000" cy="1143000"/>
            <a:chOff x="0" y="0"/>
            <a:chExt cx="2000250" cy="1000125"/>
          </a:xfrm>
          <a:effectLst>
            <a:outerShdw blurRad="38100" dist="19050" dir="2700000">
              <a:srgbClr val="111827">
                <a:alpha val="45000"/>
              </a:srgbClr>
            </a:outerShdw>
          </a:effectLst>
        </p:grpSpPr>
        <p:sp>
          <p:nvSpPr>
            <p:cNvPr id="105" name="format-group-child"/>
            <p:cNvSpPr/>
            <p:nvPr/>
          </p:nvSpPr>
          <p:spPr>
            <a:xfrm>
              <a:off x="142875" y="142875"/>
              <a:ext cx="1714500" cy="714375"/>
            </a:xfrm>
            <a:prstGeom prst="rect">
              <a:avLst/>
            </a:prstGeom>
            <a:solidFill>
              <a:schemeClr val="accent5"/>
            </a:solidFill>
          </p:spPr>
          <p:txBody>
            <a:bodyPr anchor="ctr"/>
            <a:lstStyle/>
            <a:p>
              <a:endParaRPr/>
            </a:p>
          </p:txBody>
        </p:sp>
      </p:grpSp>
      <p:graphicFrame>
        <p:nvGraphicFramePr>
          <p:cNvPr id="2903" name="format-table"/>
          <p:cNvGraphicFramePr/>
          <p:nvPr/>
        </p:nvGraphicFramePr>
        <p:xfrm>
          <a:off x="5476875" y="2333625"/>
          <a:ext cx="3238500" cy="1143000"/>
        </p:xfrm>
        <a:graphic>
          <a:graphicData uri="http://schemas.openxmlformats.org/drawingml/2006/table">
            <a:tbl>
              <a:tblPr/>
              <a:tblGrid>
                <a:gridCol w="1619250"/>
                <a:gridCol w="1619250"/>
              </a:tblGrid>
              <a:tr h="1143000">
                <a:tc>
                  <a:txBody>
                    <a:bodyPr anchor="ctr"/>
                    <a:lstStyle/>
                    <a:p>
                      <a:pPr algn="ctr"/>
                      <a:r>
                        <a:rPr sz="1800" b="1">
                          <a:solidFill>
                            <a:srgbClr val="DC2626"/>
                          </a:solidFill>
                        </a:rPr>
                        <a:t>单元格 A</a:t>
                      </a:r>
                    </a:p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800" b="1">
                          <a:solidFill>
                            <a:srgbClr val="059669"/>
                          </a:solidFill>
                        </a:rPr>
                        <a:t>单元格 B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4" name="format-image-fill-shape"/>
          <p:cNvSpPr/>
          <p:nvPr/>
        </p:nvSpPr>
        <p:spPr>
          <a:xfrm>
            <a:off x="428625" y="3810000"/>
            <a:ext cx="2000250" cy="904875"/>
          </a:xfrm>
          <a:prstGeom prst="rect">
            <a:avLst/>
          </a:prstGeom>
          <a:blipFill>
            <a:blip r:embed="rId20"/>
            <a:stretch>
              <a:fillRect/>
            </a:stretch>
          </a:blipFill>
        </p:spPr>
        <p:txBody>
          <a:bodyPr anchor="ctr"/>
          <a:lstStyle/>
          <a:p>
            <a:r>
              <a:t>图片填充不属于格式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format-target-cross-page"/>
          <p:cNvSpPr/>
          <p:nvPr/>
        </p:nvSpPr>
        <p:spPr>
          <a:xfrm>
            <a:off x="857250" y="857250"/>
            <a:ext cx="3143250" cy="1714500"/>
          </a:xfrm>
          <a:prstGeom prst="rect">
            <a:avLst/>
          </a:prstGeom>
        </p:spPr>
        <p:style>
          <a:lnRef idx="2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r>
              <a:rPr sz="1600"/>
              <a:t>跨页目标内容</a:t>
            </a:r>
          </a:p>
        </p:txBody>
      </p:sp>
      <p:sp>
        <p:nvSpPr>
          <p:cNvPr id="107" name="format-second-neighbor"/>
          <p:cNvSpPr/>
          <p:nvPr/>
        </p:nvSpPr>
        <p:spPr>
          <a:xfrm>
            <a:off x="4762500" y="857250"/>
            <a:ext cx="2476500" cy="1714500"/>
          </a:xfrm>
          <a:prstGeom prst="rect">
            <a:avLst/>
          </a:prstGeom>
          <a:solidFill>
            <a:schemeClr val="accent6"/>
          </a:solidFill>
        </p:spPr>
        <p:txBody>
          <a:bodyPr anchor="ctr"/>
          <a:lstStyle/>
          <a:p>
            <a:r>
              <a:t>未编辑的相邻元素</a:t>
            </a:r>
          </a:p>
        </p:txBody>
      </p:sp>
    </p:spTree>
  </p:cSld>
  <p:clrMapOvr>
    <a:overrideClrMapping bg1="lt1" tx1="dk1" bg2="lt2" tx2="dk2" accent1="accent6" accent2="accent5" accent3="accent4" accent4="accent3" accent5="accent2" accent6="accent1" hlink="hlink" folHlink="folHlink"/>
  </p:clrMapOvr>
</p:sld>
</file>

<file path=ppt/theme/theme1.xml><?xml version="1.0" encoding="utf-8"?>
<a:theme xmlns:a="http://schemas.openxmlformats.org/drawingml/2006/main" name="Editor Format Painter">
  <a:themeElements>
    <a:clrScheme name="Editor Format Painter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Format Paint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Format Pain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