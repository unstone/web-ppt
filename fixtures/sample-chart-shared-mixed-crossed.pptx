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Sheet1!N1:Q1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Sheet1!N2:Q2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Sheet1!N3:Q3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Sheet1!N1:Q1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Sheet1!N2:Q2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Sheet1!N3:Q3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