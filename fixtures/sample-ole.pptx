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pict" ContentType="image/pict"/>
  <Default Extension="bin" ContentType="application/vnd.openxmlformats-officedocument.oleObjec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/Relationships>
</file>

<file path=ppt/drawings/_rels/vmlDrawing1.v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image" Target="../media/preview.pict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Object1.bin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Object1.bin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可解码预览图 → 渲染成图片</a:t>
            </a:r>
          </a:p>
        </p:txBody>
      </p:sp>
      <p:graphicFrame>
        <p:nvGraphicFramePr>
          <p:cNvPr id="21" name="Object 21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spid="_x0000_s1026" name="Worksheet" r:id="rId3" imgW="2971800" imgH="2374900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认不出的格式 → 退回占位框</a:t>
            </a:r>
          </a:p>
        </p:txBody>
      </p:sp>
      <p:graphicFrame>
        <p:nvGraphicFramePr>
          <p:cNvPr id="22" name="Object 22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spid="_x0000_s1027" name="Worksheet" r:id="rId3" imgW="2971800" imgH="2374900" progId="Excel.Sheet.12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le">
  <a:themeElements>
    <a:clrScheme name="Ol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O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