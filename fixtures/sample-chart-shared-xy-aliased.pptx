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Sheet1!A2:A5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Sheet1!A2:A5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yVal>
          <c:bubbleSize>
            <c:numRef>
              <c:f>Sheet1!C2:C5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Sheet1!D2:D5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45</c:v>
                </c:pt>
                <c:pt idx="3">
                  <c:v>65</c:v>
                </c:pt>
              </c:numCache>
            </c:numRef>
          </c:xVal>
          <c:yVal>
            <c:numRef>
              <c:f>Sheet1!E2:E5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Sheet1!F2:F5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Sheet1!A2:A5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Sheet1!A2:A5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yVal>
          <c:bubbleSize>
            <c:numRef>
              <c:f>Sheet1!C2:C5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Sheet1!D2:D5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45</c:v>
                </c:pt>
                <c:pt idx="3">
                  <c:v>65</c:v>
                </c:pt>
              </c:numCache>
            </c:numRef>
          </c:xVal>
          <c:yVal>
            <c:numRef>
              <c:f>Sheet1!E2:E5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Sheet1!F2:F5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