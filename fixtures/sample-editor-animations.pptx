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fixture="urn:web-ppt:animation-fixture" xmlns:mc="http://schemas.openxmlformats.org/markup-compatibility/2006" xmlns:p14="http://schemas.microsoft.com/office/powerpoint/2010/main" mc:Ignorable="fixture p14" fixture:root="keep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ource-a"/>
          <p:cNvSpPr/>
          <p:nvPr/>
        </p:nvSpPr>
        <p:spPr>
          <a:xfrm>
            <a:off x="1524000" y="1809750"/>
            <a:ext cx="4000500" cy="1428750"/>
          </a:xfrm>
          <a:prstGeom prst="roundRect">
            <a:avLst/>
          </a:prstGeom>
          <a:solidFill>
            <a:srgbClr val="2E75B6"/>
          </a:solidFill>
        </p:spPr>
        <p:txBody>
          <a:bodyPr anchor="ctr"/>
          <a:lstStyle/>
          <a:p>
            <a:pPr algn="ctr"/>
            <a:r>
              <a:rPr sz="2800">
                <a:solidFill>
                  <a:srgbClr val="FFFFFF"/>
                </a:solidFill>
              </a:rPr>
              <a:t>来源动画 A</a:t>
            </a:r>
          </a:p>
        </p:txBody>
      </p:sp>
      <p:sp>
        <p:nvSpPr>
          <p:cNvPr id="102" name="source-b"/>
          <p:cNvSpPr/>
          <p:nvPr/>
        </p:nvSpPr>
        <p:spPr>
          <a:xfrm>
            <a:off x="6667500" y="3714750"/>
            <a:ext cx="4000500" cy="1428750"/>
          </a:xfrm>
          <a:prstGeom prst="roundRect">
            <a:avLst/>
          </a:prstGeom>
          <a:solidFill>
            <a:srgbClr val="70AD47"/>
          </a:solidFill>
        </p:spPr>
        <p:txBody>
          <a:bodyPr anchor="ctr"/>
          <a:lstStyle/>
          <a:p>
            <a:pPr algn="ctr"/>
            <a:r>
              <a:rPr sz="2800">
                <a:solidFill>
                  <a:srgbClr val="FFFFFF"/>
                </a:solidFill>
              </a:rPr>
              <a:t>来源动画 B</a:t>
            </a:r>
          </a:p>
        </p:txBody>
      </p:sp>
    </p:spTree>
  </p:cSld>
  <p:clrMapOvr>
    <a:masterClrMapping/>
  </p:clrMapOvr>
  <mc:AlternateContent>
    <mc:Choice Requires="p14">
      <p:timing>
        <p:tnLst>
          <p14:anim presetID="999">
            <p:cBhvr>
              <p:cTn id="91" dur="700"/>
              <p:tgtEl>
                <p:spTgt spid="102"/>
              </p:tgtEl>
            </p:cBhvr>
          </p14:anim>
        </p:tnLst>
      </p:timing>
    </mc:Choice>
    <mc:Fallback>
      <p:timing xmlns:fixture="urn:web-ppt:animation-fixture" fixture:keep="timing"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10" presetID="2" presetClass="entr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11" dur="1" fill="hold"/>
                                <p:tgtEl>
                                  <p:spTgt spid="101"/>
                                </p:tgtEl>
                                <p:attrNameLst>
                                  <p:attrName>style.visibility</p:attrName>
                                </p:attrNameLst>
                              </p:cBhvr>
                              <p:to>
                                <p:strVal val="visible"/>
                              </p:to>
                            </p:set>
                            <p:animEffect transition="in" filter="slide(fromLeft)">
                              <p:cBhvr>
                                <p:cTn id="12" dur="600" fill="hold"/>
                                <p:tgtEl>
                                  <p:spTgt spid="101"/>
                                </p:tgtEl>
                              </p:cBhvr>
                            </p:animEffect>
                          </p:childTnLst>
                        </p:cTn>
                      </p:par>
                      <p:par>
                        <p:cTn id="20" presetID="61" presetClass="emph" fill="hold" nodeType="withEffect">
                          <p:stCondLst>
                            <p:cond delay="120"/>
                          </p:stCondLst>
                          <p:childTnLst>
                            <p:animRot by="21600000">
                              <p:cBhvr>
                                <p:cTn id="21" dur="900" fill="hold"/>
                                <p:tgtEl>
                                  <p:spTgt spid="102"/>
                                </p:tgtEl>
                                <p:attrNameLst>
                                  <p:attrName>r</p:attrName>
                                </p:attrNameLst>
                              </p:cBhvr>
                            </p:animRot>
                          </p:childTnLst>
                        </p:cTn>
                      </p:par>
                      <p:par>
                        <p:cTn id="30" presetID="0" presetClass="path" fill="hold" nodeType="afterEffect">
                          <p:stCondLst>
                            <p:cond delay="80"/>
                          </p:stCondLst>
                          <p:childTnLst>
                            <p:animMotion origin="layout" path="M 0 0 L 0.18 -0.12 L 0.3 0.06 E" pathEditMode="relative">
                              <p:cBhvr>
                                <p:cTn id="31" dur="1000" fill="hold"/>
                                <p:tgtEl>
                                  <p:spTgt spid="101"/>
                                </p:tgtEl>
                                <p:attrNameLst>
                                  <p:attrName>ppt_x</p:attrName>
                                  <p:attrName>ppt_y</p:attrName>
                                </p:attrNameLst>
                              </p:cBhvr>
                            </p:animMotion>
                          </p:childTnLst>
                        </p:cTn>
                      </p:par>
                      <p:animClr clrSpc="rgb">
                        <p:cBhvr>
                          <p:cTn id="40" dur="500" fill="hold"/>
                          <p:tgtEl>
                            <p:spTgt spid="102"/>
                          </p:tgtEl>
                        </p:cBhvr>
                        <p:to>
                          <a:srgbClr val="FF0000"/>
                        </p:to>
                      </p:animClr>
                    </p:childTnLst>
                  </p:cTn>
                </p:seq>
              </p:childTnLst>
            </p:cTn>
          </p:par>
        </p:tnLst>
        <p:bldLst fixture:keepBuild="yes">
          <p:bldP spid="101" grpId="0" build="p"/>
        </p:bldLst>
        <p:extLst>
          <p:ext uri="{ANIMATION-KEEP}">
            <fixture:payload value="keep"/>
          </p:ext>
        </p:extLst>
      </p:timing>
    </mc:Fallback>
  </mc:AlternateContent>
  <mc:AlternateContent xmlns:mc="http://schemas.openxmlformats.org/markup-compatibility/2006">
    <mc:Choice Requires="fixture">
      <fixture:keep/>
    </mc:Choice>
    <mc:Fallback>
      <p:extLst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in-a"/>
          <p:cNvSpPr/>
          <p:nvPr/>
        </p:nvSpPr>
        <p:spPr>
          <a:xfrm>
            <a:off x="1619250" y="2000250"/>
            <a:ext cx="4000500" cy="1428750"/>
          </a:xfrm>
          <a:prstGeom prst="roundRect">
            <a:avLst/>
          </a:prstGeom>
          <a:solidFill>
            <a:srgbClr val="ED7D31"/>
          </a:solidFill>
        </p:spPr>
        <p:txBody>
          <a:bodyPr anchor="ctr"/>
          <a:lstStyle/>
          <a:p>
            <a:pPr algn="ctr"/>
            <a:r>
              <a:rPr sz="2800">
                <a:solidFill>
                  <a:srgbClr val="FFFFFF"/>
                </a:solidFill>
              </a:rPr>
              <a:t>无动画 A</a:t>
            </a:r>
          </a:p>
        </p:txBody>
      </p:sp>
      <p:sp>
        <p:nvSpPr>
          <p:cNvPr id="104" name="plain-b"/>
          <p:cNvSpPr/>
          <p:nvPr/>
        </p:nvSpPr>
        <p:spPr>
          <a:xfrm>
            <a:off x="6572250" y="3714750"/>
            <a:ext cx="4000500" cy="1428750"/>
          </a:xfrm>
          <a:prstGeom prst="roundRect">
            <a:avLst/>
          </a:prstGeom>
          <a:solidFill>
            <a:srgbClr val="7030A0"/>
          </a:solidFill>
        </p:spPr>
        <p:txBody>
          <a:bodyPr anchor="ctr"/>
          <a:lstStyle/>
          <a:p>
            <a:pPr algn="ctr"/>
            <a:r>
              <a:rPr sz="2800">
                <a:solidFill>
                  <a:srgbClr val="FFFFFF"/>
                </a:solidFill>
              </a:rPr>
              <a:t>无动画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erf-0"/>
          <p:cNvSpPr/>
          <p:nvPr/>
        </p:nvSpPr>
        <p:spPr>
          <a:xfrm>
            <a:off x="1905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06" name="perf-1"/>
          <p:cNvSpPr/>
          <p:nvPr/>
        </p:nvSpPr>
        <p:spPr>
          <a:xfrm>
            <a:off x="13716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07" name="perf-2"/>
          <p:cNvSpPr/>
          <p:nvPr/>
        </p:nvSpPr>
        <p:spPr>
          <a:xfrm>
            <a:off x="25527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08" name="perf-3"/>
          <p:cNvSpPr/>
          <p:nvPr/>
        </p:nvSpPr>
        <p:spPr>
          <a:xfrm>
            <a:off x="37338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09" name="perf-4"/>
          <p:cNvSpPr/>
          <p:nvPr/>
        </p:nvSpPr>
        <p:spPr>
          <a:xfrm>
            <a:off x="49149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0" name="perf-5"/>
          <p:cNvSpPr/>
          <p:nvPr/>
        </p:nvSpPr>
        <p:spPr>
          <a:xfrm>
            <a:off x="60960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1" name="perf-6"/>
          <p:cNvSpPr/>
          <p:nvPr/>
        </p:nvSpPr>
        <p:spPr>
          <a:xfrm>
            <a:off x="72771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2" name="perf-7"/>
          <p:cNvSpPr/>
          <p:nvPr/>
        </p:nvSpPr>
        <p:spPr>
          <a:xfrm>
            <a:off x="84582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3" name="perf-8"/>
          <p:cNvSpPr/>
          <p:nvPr/>
        </p:nvSpPr>
        <p:spPr>
          <a:xfrm>
            <a:off x="96393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4" name="perf-9"/>
          <p:cNvSpPr/>
          <p:nvPr/>
        </p:nvSpPr>
        <p:spPr>
          <a:xfrm>
            <a:off x="10820400" y="190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5" name="perf-10"/>
          <p:cNvSpPr/>
          <p:nvPr/>
        </p:nvSpPr>
        <p:spPr>
          <a:xfrm>
            <a:off x="1905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6" name="perf-11"/>
          <p:cNvSpPr/>
          <p:nvPr/>
        </p:nvSpPr>
        <p:spPr>
          <a:xfrm>
            <a:off x="13716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7" name="perf-12"/>
          <p:cNvSpPr/>
          <p:nvPr/>
        </p:nvSpPr>
        <p:spPr>
          <a:xfrm>
            <a:off x="25527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8" name="perf-13"/>
          <p:cNvSpPr/>
          <p:nvPr/>
        </p:nvSpPr>
        <p:spPr>
          <a:xfrm>
            <a:off x="37338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19" name="perf-14"/>
          <p:cNvSpPr/>
          <p:nvPr/>
        </p:nvSpPr>
        <p:spPr>
          <a:xfrm>
            <a:off x="49149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0" name="perf-15"/>
          <p:cNvSpPr/>
          <p:nvPr/>
        </p:nvSpPr>
        <p:spPr>
          <a:xfrm>
            <a:off x="60960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1" name="perf-16"/>
          <p:cNvSpPr/>
          <p:nvPr/>
        </p:nvSpPr>
        <p:spPr>
          <a:xfrm>
            <a:off x="72771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2" name="perf-17"/>
          <p:cNvSpPr/>
          <p:nvPr/>
        </p:nvSpPr>
        <p:spPr>
          <a:xfrm>
            <a:off x="84582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3" name="perf-18"/>
          <p:cNvSpPr/>
          <p:nvPr/>
        </p:nvSpPr>
        <p:spPr>
          <a:xfrm>
            <a:off x="96393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4" name="perf-19"/>
          <p:cNvSpPr/>
          <p:nvPr/>
        </p:nvSpPr>
        <p:spPr>
          <a:xfrm>
            <a:off x="10820400" y="12573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5" name="perf-20"/>
          <p:cNvSpPr/>
          <p:nvPr/>
        </p:nvSpPr>
        <p:spPr>
          <a:xfrm>
            <a:off x="1905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6" name="perf-21"/>
          <p:cNvSpPr/>
          <p:nvPr/>
        </p:nvSpPr>
        <p:spPr>
          <a:xfrm>
            <a:off x="13716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7" name="perf-22"/>
          <p:cNvSpPr/>
          <p:nvPr/>
        </p:nvSpPr>
        <p:spPr>
          <a:xfrm>
            <a:off x="25527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8" name="perf-23"/>
          <p:cNvSpPr/>
          <p:nvPr/>
        </p:nvSpPr>
        <p:spPr>
          <a:xfrm>
            <a:off x="37338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29" name="perf-24"/>
          <p:cNvSpPr/>
          <p:nvPr/>
        </p:nvSpPr>
        <p:spPr>
          <a:xfrm>
            <a:off x="49149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0" name="perf-25"/>
          <p:cNvSpPr/>
          <p:nvPr/>
        </p:nvSpPr>
        <p:spPr>
          <a:xfrm>
            <a:off x="60960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1" name="perf-26"/>
          <p:cNvSpPr/>
          <p:nvPr/>
        </p:nvSpPr>
        <p:spPr>
          <a:xfrm>
            <a:off x="72771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2" name="perf-27"/>
          <p:cNvSpPr/>
          <p:nvPr/>
        </p:nvSpPr>
        <p:spPr>
          <a:xfrm>
            <a:off x="84582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3" name="perf-28"/>
          <p:cNvSpPr/>
          <p:nvPr/>
        </p:nvSpPr>
        <p:spPr>
          <a:xfrm>
            <a:off x="96393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4" name="perf-29"/>
          <p:cNvSpPr/>
          <p:nvPr/>
        </p:nvSpPr>
        <p:spPr>
          <a:xfrm>
            <a:off x="10820400" y="23241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5" name="perf-30"/>
          <p:cNvSpPr/>
          <p:nvPr/>
        </p:nvSpPr>
        <p:spPr>
          <a:xfrm>
            <a:off x="1905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6" name="perf-31"/>
          <p:cNvSpPr/>
          <p:nvPr/>
        </p:nvSpPr>
        <p:spPr>
          <a:xfrm>
            <a:off x="13716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7" name="perf-32"/>
          <p:cNvSpPr/>
          <p:nvPr/>
        </p:nvSpPr>
        <p:spPr>
          <a:xfrm>
            <a:off x="25527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8" name="perf-33"/>
          <p:cNvSpPr/>
          <p:nvPr/>
        </p:nvSpPr>
        <p:spPr>
          <a:xfrm>
            <a:off x="37338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39" name="perf-34"/>
          <p:cNvSpPr/>
          <p:nvPr/>
        </p:nvSpPr>
        <p:spPr>
          <a:xfrm>
            <a:off x="49149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0" name="perf-35"/>
          <p:cNvSpPr/>
          <p:nvPr/>
        </p:nvSpPr>
        <p:spPr>
          <a:xfrm>
            <a:off x="60960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1" name="perf-36"/>
          <p:cNvSpPr/>
          <p:nvPr/>
        </p:nvSpPr>
        <p:spPr>
          <a:xfrm>
            <a:off x="72771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2" name="perf-37"/>
          <p:cNvSpPr/>
          <p:nvPr/>
        </p:nvSpPr>
        <p:spPr>
          <a:xfrm>
            <a:off x="84582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3" name="perf-38"/>
          <p:cNvSpPr/>
          <p:nvPr/>
        </p:nvSpPr>
        <p:spPr>
          <a:xfrm>
            <a:off x="96393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4" name="perf-39"/>
          <p:cNvSpPr/>
          <p:nvPr/>
        </p:nvSpPr>
        <p:spPr>
          <a:xfrm>
            <a:off x="10820400" y="33909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5" name="perf-40"/>
          <p:cNvSpPr/>
          <p:nvPr/>
        </p:nvSpPr>
        <p:spPr>
          <a:xfrm>
            <a:off x="1905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6" name="perf-41"/>
          <p:cNvSpPr/>
          <p:nvPr/>
        </p:nvSpPr>
        <p:spPr>
          <a:xfrm>
            <a:off x="13716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7" name="perf-42"/>
          <p:cNvSpPr/>
          <p:nvPr/>
        </p:nvSpPr>
        <p:spPr>
          <a:xfrm>
            <a:off x="25527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8" name="perf-43"/>
          <p:cNvSpPr/>
          <p:nvPr/>
        </p:nvSpPr>
        <p:spPr>
          <a:xfrm>
            <a:off x="37338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49" name="perf-44"/>
          <p:cNvSpPr/>
          <p:nvPr/>
        </p:nvSpPr>
        <p:spPr>
          <a:xfrm>
            <a:off x="49149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0" name="perf-45"/>
          <p:cNvSpPr/>
          <p:nvPr/>
        </p:nvSpPr>
        <p:spPr>
          <a:xfrm>
            <a:off x="60960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1" name="perf-46"/>
          <p:cNvSpPr/>
          <p:nvPr/>
        </p:nvSpPr>
        <p:spPr>
          <a:xfrm>
            <a:off x="72771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2" name="perf-47"/>
          <p:cNvSpPr/>
          <p:nvPr/>
        </p:nvSpPr>
        <p:spPr>
          <a:xfrm>
            <a:off x="84582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3" name="perf-48"/>
          <p:cNvSpPr/>
          <p:nvPr/>
        </p:nvSpPr>
        <p:spPr>
          <a:xfrm>
            <a:off x="96393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4" name="perf-49"/>
          <p:cNvSpPr/>
          <p:nvPr/>
        </p:nvSpPr>
        <p:spPr>
          <a:xfrm>
            <a:off x="10820400" y="44577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5" name="perf-50"/>
          <p:cNvSpPr/>
          <p:nvPr/>
        </p:nvSpPr>
        <p:spPr>
          <a:xfrm>
            <a:off x="1905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6" name="perf-51"/>
          <p:cNvSpPr/>
          <p:nvPr/>
        </p:nvSpPr>
        <p:spPr>
          <a:xfrm>
            <a:off x="13716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7" name="perf-52"/>
          <p:cNvSpPr/>
          <p:nvPr/>
        </p:nvSpPr>
        <p:spPr>
          <a:xfrm>
            <a:off x="25527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8" name="perf-53"/>
          <p:cNvSpPr/>
          <p:nvPr/>
        </p:nvSpPr>
        <p:spPr>
          <a:xfrm>
            <a:off x="37338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59" name="perf-54"/>
          <p:cNvSpPr/>
          <p:nvPr/>
        </p:nvSpPr>
        <p:spPr>
          <a:xfrm>
            <a:off x="49149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60" name="perf-55"/>
          <p:cNvSpPr/>
          <p:nvPr/>
        </p:nvSpPr>
        <p:spPr>
          <a:xfrm>
            <a:off x="60960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61" name="perf-56"/>
          <p:cNvSpPr/>
          <p:nvPr/>
        </p:nvSpPr>
        <p:spPr>
          <a:xfrm>
            <a:off x="72771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62" name="perf-57"/>
          <p:cNvSpPr/>
          <p:nvPr/>
        </p:nvSpPr>
        <p:spPr>
          <a:xfrm>
            <a:off x="84582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63" name="perf-58"/>
          <p:cNvSpPr/>
          <p:nvPr/>
        </p:nvSpPr>
        <p:spPr>
          <a:xfrm>
            <a:off x="96393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64" name="perf-59"/>
          <p:cNvSpPr/>
          <p:nvPr/>
        </p:nvSpPr>
        <p:spPr>
          <a:xfrm>
            <a:off x="10820400" y="5524500"/>
            <a:ext cx="952500" cy="8001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adonly-only"/>
          <p:cNvSpPr/>
          <p:nvPr/>
        </p:nvSpPr>
        <p:spPr>
          <a:xfrm>
            <a:off x="3429000" y="2476500"/>
            <a:ext cx="4000500" cy="1428750"/>
          </a:xfrm>
          <a:prstGeom prst="roundRect">
            <a:avLst/>
          </a:prstGeom>
          <a:solidFill>
            <a:srgbClr val="C55A11"/>
          </a:solidFill>
        </p:spPr>
        <p:txBody>
          <a:bodyPr anchor="ctr"/>
          <a:lstStyle/>
          <a:p>
            <a:pPr algn="ctr"/>
            <a:r>
              <a:rPr sz="2800">
                <a:solidFill>
                  <a:srgbClr val="FFFFFF"/>
                </a:solidFill>
              </a:rPr>
              <a:t>仅含未支持来源行为</a:t>
            </a:r>
          </a:p>
        </p:txBody>
      </p:sp>
    </p:spTree>
  </p:cSld>
  <p:clrMapOvr>
    <a:masterClrMapping/>
  </p:clrMapOvr>
  <p:timing>
    <p:tnLst>
      <p:animClr clrSpc="rgb">
        <p:cBhvr>
          <p:cTn id="1" dur="500" fill="hold"/>
          <p:tgtEl>
            <p:spTgt spid="165"/>
          </p:tgtEl>
        </p:cBhvr>
        <p:to>
          <a:srgbClr val="00FF00"/>
        </p:to>
      </p:animCl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noncanonical-spin"/>
          <p:cNvSpPr/>
          <p:nvPr/>
        </p:nvSpPr>
        <p:spPr>
          <a:xfrm>
            <a:off x="3429000" y="2476500"/>
            <a:ext cx="4000500" cy="1428750"/>
          </a:xfrm>
          <a:prstGeom prst="round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800">
                <a:solidFill>
                  <a:srgbClr val="FFFFFF"/>
                </a:solidFill>
              </a:rPr>
              <a:t>非规范可识别时间树</a:t>
            </a:r>
          </a:p>
        </p:txBody>
      </p:sp>
    </p:spTree>
  </p:cSld>
  <p:clrMapOvr>
    <a:masterClrMapping/>
  </p:clrMapOvr>
  <p:timing>
    <p:tnLst>
      <p:par>
        <p:cTn id="92" dur="indefinite" restart="never" nodeType="tmRoot">
          <p:childTnLst>
            <p:seq concurrent="1" nextAc="seek">
              <p:cTn id="93" dur="indefinite" nodeType="mainSeq">
                <p:childTnLst>
                  <p:par>
                    <p:cTn id="94" fill="hold" nodeType="clickEffect">
                      <p:stCondLst>
                        <p:cond delay="indefinite"/>
                      </p:stCondLst>
                      <p:childTnLst>
                        <p:par>
                          <p:cTn id="100" presetID="61" presetClass="emph" dur="900" fill="hold" nodeType="clickEffect">
                            <p:stCondLst>
                              <p:cond delay="120"/>
                              <p:cond delay="240"/>
                            </p:stCondLst>
                            <p:childTnLst>
                              <p:animRot by="10800000">
                                <p:cBhvr>
                                  <p:cTn id="101" dur="900" fill="hold"/>
                                  <p:tgtEl>
                                    <p:spTgt spid="166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itor Animations">
  <a:themeElements>
    <a:clrScheme name="Editor Animation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Animation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Animation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