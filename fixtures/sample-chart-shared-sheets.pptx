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'Data Two'!C1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'Data Two'!$A$2:$B$6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'Data Two'!C2:C6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'Data Two'!D1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'Data Two'!$A$2:$B$6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'Data Two'!D2:D6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