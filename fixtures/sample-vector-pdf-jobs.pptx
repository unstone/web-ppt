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6096000" cy="3429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p"/>
          <p:cNvSpPr/>
          <p:nvPr/>
        </p:nvSpPr>
        <p:spPr>
          <a:xfrm>
            <a:off x="381000" y="381000"/>
            <a:ext cx="952500" cy="9525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2400">
                <a:latin typeface="WebPPT Glyph Latin"/>
                <a:ea typeface="WebPPT Glyph Chinese"/>
              </a:rPr>
              <a:t>A</a:t>
            </a:r>
          </a:p>
        </p:txBody>
      </p:sp>
      <p:sp>
        <p:nvSpPr>
          <p:cNvPr id="104" name="sp"/>
          <p:cNvSpPr/>
          <p:nvPr/>
        </p:nvSpPr>
        <p:spPr>
          <a:xfrm>
            <a:off x="1905000" y="381000"/>
            <a:ext cx="952500" cy="9525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2400">
                <a:latin typeface="WebPPT Glyph Latin"/>
                <a:ea typeface="WebPPT Glyph Chinese"/>
              </a:rPr>
              <a:t>B</a:t>
            </a:r>
          </a:p>
        </p:txBody>
      </p:sp>
    </p:spTree>
  </p:cSld>
  <p:clrMapOvr>
    <a:masterClrMapping/>
  </p:clrMapOvr>
  <p:timing>
    <p:tnLst>
      <p:par>
        <p:cTn id="1" dur="indefinite" nodeType="tmRoot">
          <p:childTnLst>
            <p:seq>
              <p:cTn id="2" dur="indefinite" nodeType="mainSeq">
                <p:childTnLst>
                  <p:par>
                    <p:cTn id="3" presetID="10" presetClass="exit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10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p"/>
          <p:cNvSpPr/>
          <p:nvPr/>
        </p:nvSpPr>
        <p:spPr>
          <a:xfrm>
            <a:off x="381000" y="381000"/>
            <a:ext cx="952500" cy="9525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2400">
                <a:latin typeface="WebPPT Glyph Latin"/>
                <a:ea typeface="WebPPT Glyph Chinese"/>
              </a:rPr>
              <a:t>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p"/>
          <p:cNvSpPr/>
          <p:nvPr/>
        </p:nvSpPr>
        <p:spPr>
          <a:xfrm>
            <a:off x="381000" y="381000"/>
            <a:ext cx="952500" cy="9525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2400">
                <a:latin typeface="WebPPT Glyph Latin"/>
                <a:ea typeface="WebPPT Glyph Chinese"/>
              </a:rPr>
              <a:t>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ctorPdfJobs">
  <a:themeElements>
    <a:clrScheme name="VectorPdfJobs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VectorPdfJobs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ectorPdfJob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