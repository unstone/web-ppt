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6096000" cy="3429000"/>
  <p:notesSz cx="6858000" cy="9144000"/>
</p:presentation>
</file>

<file path=ppt/commentAuthors.xml><?xml version="1.0" encoding="utf-8"?>
<p:cmAuthorLst xmlns:p="http://schemas.openxmlformats.org/presentationml/2006/main">
  <p:cmAuthor id="0" name="作者" initials="A" lastIdx="1" clrIdx="0"/>
</p:cmAuthorLst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Relationship Id="rIdComments" Type="http://schemas.openxmlformats.org/officeDocument/2006/relationships/commentAuthors" Target="commentAuthors.xml"/></Relationships>
</file>

<file path=ppt/comments/comment1.xml><?xml version="1.0" encoding="utf-8"?>
<p:cmLst xmlns:p="http://schemas.openxmlformats.org/presentationml/2006/main">
  <p:cm authorId="0" idx="1">
    <p:pos x="381000" y="381000"/>
    <p:text>批注</p:text>
  </p:cm>
</p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omments" Type="http://schemas.openxmlformats.org/officeDocument/2006/relationships/comments" Target="../comments/commen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p"/>
          <p:cNvSpPr/>
          <p:nvPr/>
        </p:nvSpPr>
        <p:spPr>
          <a:xfrm>
            <a:off x="381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</a:t>
            </a:r>
          </a:p>
        </p:txBody>
      </p:sp>
      <p:sp>
        <p:nvSpPr>
          <p:cNvPr id="104" name="sp"/>
          <p:cNvSpPr/>
          <p:nvPr/>
        </p:nvSpPr>
        <p:spPr>
          <a:xfrm>
            <a:off x="1905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>
              <p:cTn id="2" dur="indefinite" nodeType="mainSeq">
                <p:childTnLst>
                  <p:par>
                    <p:cTn id="3" presetID="10" presetClass="exit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p"/>
          <p:cNvSpPr/>
          <p:nvPr/>
        </p:nvSpPr>
        <p:spPr>
          <a:xfrm>
            <a:off x="381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p"/>
          <p:cNvSpPr/>
          <p:nvPr/>
        </p:nvSpPr>
        <p:spPr>
          <a:xfrm>
            <a:off x="381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PdfJobs">
  <a:themeElements>
    <a:clrScheme name="VectorPdfJob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VectorPdfJob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ectorPdfJob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