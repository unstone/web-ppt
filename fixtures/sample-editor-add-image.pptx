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add-image.xml" ContentType="application/x-web-ppt-add-imag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4" Type="urn:web-ppt:add-image:unknown" Target="../customXml/add-image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9" Type="http://schemas.openxmlformats.org/officeDocument/2006/relationships/image" Target="../media/image7.png"/><Relationship Id="rId41" Type="urn:web-ppt:add-image:unknown" Target="../../customXml/add-image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图片插入锚点"/>
          <p:cNvSpPr/>
          <p:nvPr/>
        </p:nvSpPr>
        <p:spPr>
          <a:xfrm>
            <a:off x="4381500" y="1047750"/>
            <a:ext cx="2190750" cy="1047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pic>
        <p:nvPicPr>
          <p:cNvPr id="880" name="既有同哈希图片"/>
          <p:cNvPicPr/>
          <p:nvPr/>
        </p:nvPicPr>
        <p:blipFill>
          <a:blip r:embed="rId19"/>
          <a:stretch>
            <a:fillRect/>
          </a:stretch>
        </p:blipFill>
        <p:spPr>
          <a:xfrm>
            <a:off x="1143000" y="1143000"/>
            <a:ext cx="2343150" cy="1543050"/>
          </a:xfrm>
          <a:prstGeom prst="rect">
            <a:avLst/>
          </a:prstGeom>
        </p:spPr>
      </p:pic>
      <p:extLst>
        <p:ext uri="{ADD-IMAGE-TAIL}">
          <fixture:keep xmlns:fixture="urn:web-ppt:add-image" value="必须原位保留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Add Image">
  <a:themeElements>
    <a:clrScheme name="Add Imag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Im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Im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add-image.xml><?xml version="1.0" encoding="utf-8"?>
<keep xmlns="urn:web-ppt:add-image">不可改写</keep>
</file>