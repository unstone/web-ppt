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Xf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版式占位符"/>
          <p:cNvSpPr/>
          <p:nvPr>
            <p:ph type="obj" idx="9"/>
          </p:nvPr>
        </p:nvSpPr>
        <p:spPr>
          <a:xfrm>
            <a:off x="1714500" y="3905250"/>
            <a:ext cx="4953000" cy="1428750"/>
          </a:xfrm>
          <a:prstGeom prst="roundRect">
            <a:avLst/>
          </a:prstGeom>
        </p:spPr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q:sld xmlns:d="http://schemas.openxmlformats.org/drawingml/2006/main" xmlns:q="http://schemas.openxmlformats.org/presentationml/2006/main" xmlns:r="http://schemas.openxmlformats.org/officeDocument/2006/relationships" xmlns:opaque="urn:web-ppt:opaque">
  <q:cSld>
    <q:spTree>
      <q:nvGrpSpPr>
        <q:cNvPr id="1" name=""/>
        <q:cNvGrpSpPr/>
        <q:nvPr/>
      </q:nvGrpSpPr>
      <q:grpSpPr>
        <d:xfrm>
          <d:off x="0" y="0"/>
          <d:ext cx="0" cy="0"/>
          <d:chOff x="0" y="0"/>
          <d:chExt cx="0" cy="0"/>
        </d:xfrm>
      </q:grpSpPr>
      <q:sp>
        <q:nvSpPr>
          <q:cNvPr id="41" name="异名前缀形状"/>
          <q:cNvSpPr/>
          <q:nvPr/>
        </q:nvSpPr>
        <q:spPr>
          <d:xfrm>
            <d:off x="762000" y="857250"/>
            <d:ext cx="2286000" cy="1238250"/>
          </d:xfrm>
          <d:prstGeom prst="rect">
            <d:avLst/>
          </d:prstGeom>
          <d:solidFill>
            <d:srgbClr val="4472C4"/>
          </d:solidFill>
        </q:spPr>
        <q:txBody>
          <d:bodyPr/>
          <d:lstStyle/>
          <d:p>
            <d:r>
              <d:t>shape</d:t>
            </d:r>
          </d:p>
        </q:txBody>
      </q:sp>
      <q:grpSp>
        <q:nvGrpSpPr>
          <q:cNvPr id="42" name="坐标组"/>
          <q:cNvGrpSpPr/>
          <q:nvPr/>
        </q:nvGrpSpPr>
        <q:grpSpPr>
          <d:xfrm rot="600000">
            <d:off x="3714750" y="857250"/>
            <d:ext cx="3048000" cy="1809750"/>
            <d:chOff x="95250" y="190500"/>
            <d:chExt cx="1524000" cy="904875"/>
          </d:xfrm>
        </q:grpSpPr>
        <q:sp>
          <q:nvSpPr>
            <q:cNvPr id="43" name="组内形状"/>
            <q:cNvSpPr/>
            <q:nvPr/>
          </q:nvSpPr>
          <q:spPr>
            <d:xfrm>
              <d:off x="238125" y="333375"/>
              <d:ext cx="1143000" cy="666750"/>
            </d:xfrm>
            <d:prstGeom prst="ellipse">
              <d:avLst/>
            </d:prstGeom>
          </q:spPr>
          <q:txBody>
            <d:bodyPr/>
            <d:lstStyle/>
            <d:p>
              <d:endParaRPr/>
            </d:p>
          </q:txBody>
        </q:sp>
      </q:grpSp>
      <q:graphicFrame>
        <q:nvGraphicFramePr>
          <q:cNvPr id="44" name="框架对象"/>
          <q:cNvGraphicFramePr/>
          <q:nvPr/>
        </q:nvGraphicFramePr>
        <q:xfrm>
          <d:off x="7239000" y="952500"/>
          <d:ext cx="3143250" cy="2000250"/>
        </q:xfrm>
        <d:graphic>
          <d:graphicData uri="urn:web-ppt:xfrm">
            <opaque:item xmlns:opaque="urn:web-ppt:opaque" keep="yes"/>
          </d:graphicData>
        </d:graphic>
      </q:graphicFrame>
      <q:sp>
        <q:nvSpPr>
          <q:cNvPr id="45" name="继承占位符"/>
          <q:cNvSpPr/>
          <q:nvPr>
            <q:ph type="obj" idx="9"/>
          </q:nvPr>
        </q:nvSpPr>
        <q:spPr>
          <d:prstGeom prst="roundRect">
            <d:avLst/>
          </d:prstGeom>
          <d:noFill/>
        </q:spPr>
        <q:txBody>
          <d:bodyPr/>
          <d:lstStyle/>
          <d:p>
            <d:r>
              <d:t>placeholder</d:t>
            </d:r>
          </d:p>
        </q:txBody>
      </q:sp>
      <q:extLst>
        <q:ext uri="{B1503A6C-1B88-4D0B-85F6-D0139278AAB1}">
          <opaque:sp>
            <q:nvSpPr>
              <q:cNvPr id="41" name="外来同名节点"/>
              <q:cNvSpPr/>
              <q:nvPr/>
            </q:nvSpPr>
          </opaque:sp>
        </q:ext>
      </q:extLst>
    </q:spTree>
  </q:cSld>
  <q:clrMapOvr>
    <d:masterClrMapping/>
  </q:clrMapOvr>
</q:sld>
</file>

<file path=ppt/theme/theme1.xml><?xml version="1.0" encoding="utf-8"?>
<a:theme xmlns:a="http://schemas.openxmlformats.org/drawingml/2006/main" name="Edit Xfrm">
  <a:themeElements>
    <a:clrScheme name="Edit Xfrm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 Xfrm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 Xfr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