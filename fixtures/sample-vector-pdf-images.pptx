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Default Extension="jpg" ContentType="image/jpeg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alpha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age" Type="http://schemas.openxmlformats.org/officeDocument/2006/relationships/image" Target="../media/alpha.png"/><Relationship Id="rIdJpeg" Type="http://schemas.openxmlformats.org/officeDocument/2006/relationships/image" Target="../media/source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裁剪透明图片"/>
          <p:cNvPicPr/>
          <p:nvPr/>
        </p:nvPicPr>
        <p:blipFill>
          <a:blip r:embed="rIdImage"/>
          <a:srcRect l="25000" r="25000" t="12500" b="12500"/>
          <a:stretch>
            <a:fillRect/>
          </a:stretch>
        </p:blipFill>
        <p:spPr>
          <a:xfrm>
            <a:off x="381000" y="381000"/>
            <a:ext cx="1524000" cy="1524000"/>
          </a:xfrm>
          <a:prstGeom prst="ellipse">
            <a:avLst/>
          </a:prstGeom>
          <a:ln>
            <a:noFill/>
          </a:ln>
        </p:spPr>
      </p:pic>
      <p:sp>
        <p:nvSpPr>
          <p:cNvPr id="111" name="sp"/>
          <p:cNvSpPr/>
          <p:nvPr/>
        </p:nvSpPr>
        <p:spPr>
          <a:xfrm>
            <a:off x="2667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裁剪透明图片"/>
          <p:cNvPicPr/>
          <p:nvPr/>
        </p:nvPicPr>
        <p:blipFill>
          <a:blip r:embed="rIdImage"/>
          <a:srcRect l="25000" r="25000" t="12500" b="12500"/>
          <a:stretch>
            <a:fillRect/>
          </a:stretch>
        </p:blipFill>
        <p:spPr>
          <a:xfrm>
            <a:off x="381000" y="381000"/>
            <a:ext cx="1524000" cy="1524000"/>
          </a:xfrm>
          <a:prstGeom prst="ellipse">
            <a:avLst/>
          </a:prstGeom>
          <a:ln>
            <a:noFill/>
          </a:ln>
        </p:spPr>
      </p:pic>
      <p:pic>
        <p:nvPicPr>
          <p:cNvPr id="110" name="裁剪透明图片"/>
          <p:cNvPicPr/>
          <p:nvPr/>
        </p:nvPicPr>
        <p:blipFill>
          <a:blip r:embed="rIdJpeg"/>
          <a:srcRect l="25000" r="25000" t="12500" b="12500"/>
          <a:stretch>
            <a:fillRect/>
          </a:stretch>
        </p:blipFill>
        <p:spPr>
          <a:xfrm>
            <a:off x="2286000" y="381000"/>
            <a:ext cx="1524000" cy="1524000"/>
          </a:xfrm>
          <a:prstGeom prst="rect">
            <a:avLst/>
          </a:prstGeom>
          <a:ln w="28575">
            <a:solidFill>
              <a:srgbClr val="808080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p"/>
          <p:cNvSpPr/>
          <p:nvPr/>
        </p:nvSpPr>
        <p:spPr>
          <a:xfrm>
            <a:off x="381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PdfImages">
  <a:themeElements>
    <a:clrScheme name="VectorPdfImage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ectorPdfImage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ectorPdfImag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