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media/bullet.png" ContentType="image/png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Bullet" Type="http://schemas.openxmlformats.org/officeDocument/2006/relationships/image" Target="../media/bulle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项目符号编辑"/>
          <p:cNvSpPr/>
          <p:nvPr/>
        </p:nvSpPr>
        <p:spPr>
          <a:xfrm>
            <a:off x="952500" y="571500"/>
            <a:ext cx="10287000" cy="5715000"/>
          </a:xfrm>
          <a:prstGeom prst="rect">
            <a:avLst/>
          </a:prstGeom>
        </p:spPr>
        <p:txBody>
          <a:bodyPr anchor="ctr"/>
          <a:lstStyle>
            <a:lvl1pPr marL="457200" indent="-171450">
              <a:buAutoNum type="arabicPeriod"/>
              <a:defRPr sz="2200"/>
            </a:lvl1pPr>
          </a:lstStyle>
          <a:p>
            <a:r>
              <a:t>继承自动编号</a:t>
            </a:r>
          </a:p>
          <a:p>
            <a:pPr>
              <a:buNone/>
            </a:pPr>
            <a:r>
              <a:t>显式无项目符号</a:t>
            </a:r>
          </a:p>
          <a:p>
            <a:pPr>
              <a:buClr>
                <a:srgbClr val="C00000"/>
              </a:buClr>
              <a:buSzPct val="125000"/>
              <a:buFont typeface="Wingdings"/>
              <a:buChar char=""/>
            </a:pPr>
            <a:r>
              <a:t>字符项目符号</a:t>
            </a:r>
          </a:p>
          <a:p>
            <a:pPr>
              <a:buAutoNum type="romanLcPeriod" startAt="4"/>
            </a:pPr>
            <a:r>
              <a:t>自动编号起点</a:t>
            </a:r>
          </a:p>
          <a:p>
            <a:pPr>
              <a:buBlip>
                <a:blip r:embed="rIdBullet"/>
              </a:buBlip>
            </a:pPr>
            <a:r>
              <a:t>图片项目符号</a:t>
            </a:r>
          </a:p>
          <a:p>
            <a:pPr>
              <a:buSzPts val="2400"/>
              <a:buChar char="◆"/>
            </a:pPr>
            <a:r>
              <a:t>绝对字号项目符号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Bullet">
  <a:themeElements>
    <a:clrScheme name="Editor Bulle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Bulle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Bulle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