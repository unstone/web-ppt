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svg" ContentType="image/svg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>
      <a:defRPr sz="1800">
        <a:solidFill>
          <a:schemeClr val="tx1"/>
        </a:solidFill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con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ontRef 白字"/>
          <p:cNvSpPr/>
          <p:nvPr/>
        </p:nvSpPr>
        <p:spPr>
          <a:xfrm>
            <a:off x="571500" y="571500"/>
            <a:ext cx="1905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2400"/>
              <a:t>A</a:t>
            </a:r>
          </a:p>
        </p:txBody>
      </p:sp>
      <p:sp>
        <p:nvSpPr>
          <p:cNvPr id="105" name="rPr 显式颜色"/>
          <p:cNvSpPr/>
          <p:nvPr/>
        </p:nvSpPr>
        <p:spPr>
          <a:xfrm>
            <a:off x="2857500" y="571500"/>
            <a:ext cx="1905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sz="2400">
                <a:solidFill>
                  <a:srgbClr val="FFC000"/>
                </a:solidFill>
              </a:rPr>
              <a:t>B</a:t>
            </a:r>
          </a:p>
        </p:txBody>
      </p:sp>
      <p:sp>
        <p:nvSpPr>
          <p:cNvPr id="106" name="lstStyle 颜色"/>
          <p:cNvSpPr/>
          <p:nvPr/>
        </p:nvSpPr>
        <p:spPr>
          <a:xfrm>
            <a:off x="5143500" y="571500"/>
            <a:ext cx="1905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rgbClr val="1F3864"/>
                </a:solidFill>
              </a:defRPr>
            </a:lvl1pPr>
          </a:lstStyle>
          <a:p>
            <a:pPr algn="ctr"/>
            <a:r>
              <a:rPr sz="2400"/>
              <a:t>C</a:t>
            </a:r>
          </a:p>
        </p:txBody>
      </p:sp>
      <p:pic>
        <p:nvPicPr>
          <p:cNvPr id="101" name="仅 SVG 图标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34500" y="571500"/>
            <a:ext cx="1143000" cy="1143000"/>
          </a:xfrm>
          <a:prstGeom prst="rect">
            <a:avLst/>
          </a:prstGeom>
        </p:spPr>
      </p:pic>
      <p:sp>
        <p:nvSpPr>
          <p:cNvPr id="107" name="cs 字体"/>
          <p:cNvSpPr/>
          <p:nvPr/>
        </p:nvSpPr>
        <p:spPr>
          <a:xfrm>
            <a:off x="7429500" y="1905000"/>
            <a:ext cx="4000500" cy="857250"/>
          </a:xfrm>
          <a:prstGeom prst="rect">
            <a:avLst/>
          </a:prstGeom>
        </p:spPr>
        <p:txBody>
          <a:bodyPr wrap="square" anchor="t"/>
          <a:lstStyle/>
          <a:p>
            <a:r>
              <a:rPr sz="4800" b="1">
                <a:latin typeface="微软雅黑"/>
                <a:ea typeface="微软雅黑"/>
                <a:cs typeface="Arial Black"/>
              </a:rPr>
              <a:t>Vocabulary</a:t>
            </a:r>
            <a:r>
              <a:rPr sz="2400">
                <a:latin typeface="微软雅黑"/>
                <a:cs typeface="Arial Black"/>
              </a:rPr>
              <a:t> مرحبا</a:t>
            </a:r>
          </a:p>
        </p:txBody>
      </p:sp>
      <p:sp>
        <p:nvSpPr>
          <p:cNvPr id="108" name="尾尖朝上的圆角标注"/>
          <p:cNvSpPr/>
          <p:nvPr/>
        </p:nvSpPr>
        <p:spPr>
          <a:xfrm>
            <a:off x="762000" y="2857500"/>
            <a:ext cx="2286000" cy="762000"/>
          </a:xfrm>
          <a:prstGeom prst="wedgeRoundRectCallout">
            <a:avLst>
              <a:gd name="adj1" fmla="val -33572"/>
              <a:gd name="adj2" fmla="val -82088"/>
              <a:gd name="adj3" fmla="val 16667"/>
            </a:avLst>
          </a:prstGeom>
          <a:solidFill>
            <a:srgbClr val="3E70AE"/>
          </a:solidFill>
        </p:spPr>
        <p:txBody>
          <a:bodyPr anchor="ctr"/>
          <a:lstStyle/>
          <a:p>
            <a:pPr algn="ctr"/>
            <a:r>
              <a:rPr sz="2400"/>
              <a:t>上</a:t>
            </a:r>
          </a:p>
        </p:txBody>
      </p:sp>
      <p:sp>
        <p:nvSpPr>
          <p:cNvPr id="109" name="尾尖朝右的矩形标注"/>
          <p:cNvSpPr/>
          <p:nvPr/>
        </p:nvSpPr>
        <p:spPr>
          <a:xfrm>
            <a:off x="4572000" y="2667000"/>
            <a:ext cx="1905000" cy="952500"/>
          </a:xfrm>
          <a:prstGeom prst="wedgeRectCallout">
            <a:avLst>
              <a:gd name="adj1" fmla="val 75000"/>
              <a:gd name="adj2" fmla="val -10000"/>
            </a:avLst>
          </a:prstGeom>
          <a:solidFill>
            <a:srgbClr val="70AD47"/>
          </a:solidFill>
        </p:spPr>
        <p:txBody>
          <a:bodyPr anchor="ctr"/>
          <a:lstStyle/>
          <a:p>
            <a:pPr algn="ctr"/>
            <a:r>
              <a:rPr sz="2400"/>
              <a:t>右</a:t>
            </a:r>
          </a:p>
        </p:txBody>
      </p:sp>
      <p:grpSp>
        <p:nvGrpSpPr>
          <p:cNvPr id="102" name="归一化标注组合"/>
          <p:cNvGrpSpPr/>
          <p:nvPr/>
        </p:nvGrpSpPr>
        <p:grpSpPr>
          <a:xfrm>
            <a:off x="872490" y="4163955"/>
            <a:ext cx="5768975" cy="1579880"/>
            <a:chOff x="674" y="3030"/>
            <a:chExt cx="9085" cy="2488"/>
          </a:xfrm>
        </p:grpSpPr>
        <p:sp>
          <p:nvSpPr>
            <p:cNvPr id="103" name="组合内标注"/>
            <p:cNvSpPr/>
            <p:nvPr/>
          </p:nvSpPr>
          <p:spPr>
            <a:xfrm>
              <a:off x="1822" y="3990"/>
              <a:ext cx="2423" cy="589"/>
            </a:xfrm>
            <a:prstGeom prst="wedgeRoundRectCallout">
              <a:avLst>
                <a:gd name="adj1" fmla="val -33572"/>
                <a:gd name="adj2" fmla="val -82088"/>
                <a:gd name="adj3" fmla="val 16667"/>
              </a:avLst>
            </a:prstGeom>
            <a:solidFill>
              <a:srgbClr val="3E70AE"/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sz="2400" b="1">
                  <a:solidFill>
                    <a:srgbClr val="FFFFFF"/>
                  </a:solidFill>
                </a:rPr>
                <a:t>Speaking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 Interop">
  <a:themeElements>
    <a:clrScheme name="WPS Interop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WPS Interop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WPS Intero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</a:theme>
</file>