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p"/>
          <p:cNvSpPr/>
          <p:nvPr/>
        </p:nvSpPr>
        <p:spPr>
          <a:xfrm>
            <a:off x="381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p"/>
          <p:cNvSpPr/>
          <p:nvPr/>
        </p:nvSpPr>
        <p:spPr>
          <a:xfrm>
            <a:off x="381000" y="381000"/>
            <a:ext cx="952500" cy="952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ABC</a:t>
            </a:r>
          </a:p>
        </p:txBody>
      </p:sp>
      <p:grpSp>
        <p:nvGrpSpPr>
          <p:cNvPr id="115" name="旋转缩放组"/>
          <p:cNvGrpSpPr/>
          <p:nvPr/>
        </p:nvGrpSpPr>
        <p:grpSpPr>
          <a:xfrm rot="1800000">
            <a:off x="1905000" y="476250"/>
            <a:ext cx="2857500" cy="2286000"/>
            <a:chOff x="0" y="0"/>
            <a:chExt cx="2381250" cy="1905000"/>
          </a:xfrm>
        </p:grpSpPr>
        <p:sp>
          <p:nvSpPr>
            <p:cNvPr id="136" name="sp"/>
            <p:cNvSpPr/>
            <p:nvPr/>
          </p:nvSpPr>
          <p:spPr>
            <a:xfrm>
              <a:off x="381000" y="381000"/>
              <a:ext cx="2095500" cy="952500"/>
            </a:xfrm>
            <a:prstGeom prst="rect">
              <a:avLst/>
            </a:prstGeom>
            <a:noFill/>
          </p:spPr>
          <p:txBody>
            <a:bodyPr anchor="ctr"/>
            <a:lstStyle/>
            <a:p>
              <a:r>
                <a:rPr sz="2400">
                  <a:latin typeface="Unavailable PDF Font"/>
                  <a:ea typeface="WebPPT Glyph Chinese"/>
                </a:rPr>
                <a:t>ABC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VectorPdfFontErrors">
  <a:themeElements>
    <a:clrScheme name="VectorPdfFontError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FontError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FontError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