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9525000" cy="5715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nudge-plain"/>
          <p:cNvSpPr/>
          <p:nvPr/>
        </p:nvSpPr>
        <p:spPr>
          <a:xfrm>
            <a:off x="952500" y="952500"/>
            <a:ext cx="952500" cy="7620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/>
          <a:p>
            <a:endParaRPr/>
          </a:p>
        </p:txBody>
      </p:sp>
      <p:sp>
        <p:nvSpPr>
          <p:cNvPr id="102" name="nudge-rotated-flipped"/>
          <p:cNvSpPr/>
          <p:nvPr/>
        </p:nvSpPr>
        <p:spPr>
          <a:xfrm rot="1800000" flipH="1">
            <a:off x="3048000" y="952500"/>
            <a:ext cx="1143000" cy="857250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/>
          <a:p>
            <a:endParaRPr/>
          </a:p>
        </p:txBody>
      </p:sp>
      <p:grpSp>
        <p:nvGrpSpPr>
          <p:cNvPr id="1002" name="nudge-outer-group"/>
          <p:cNvGrpSpPr/>
          <p:nvPr/>
        </p:nvGrpSpPr>
        <p:grpSpPr>
          <a:xfrm rot="1200000" flipV="1">
            <a:off x="5238750" y="2381250"/>
            <a:ext cx="3048000" cy="1905000"/>
            <a:chOff x="0" y="0"/>
            <a:chExt cx="1524000" cy="952500"/>
          </a:xfrm>
        </p:grpSpPr>
        <p:grpSp>
          <p:nvGrpSpPr>
            <p:cNvPr id="1001" name="nudge-inner-group"/>
            <p:cNvGrpSpPr/>
            <p:nvPr/>
          </p:nvGrpSpPr>
          <p:grpSpPr>
            <a:xfrm rot="-600000" flipH="1">
              <a:off x="571500" y="285750"/>
              <a:ext cx="1524000" cy="952500"/>
              <a:chOff x="95250" y="95250"/>
              <a:chExt cx="762000" cy="476250"/>
            </a:xfrm>
          </p:grpSpPr>
          <p:sp>
            <p:nvSpPr>
              <p:cNvPr id="103" name="nudge-nested-leaf"/>
              <p:cNvSpPr/>
              <p:nvPr/>
            </p:nvSpPr>
            <p:spPr>
              <a:xfrm rot="900000" flipV="1">
                <a:off x="190500" y="142875"/>
                <a:ext cx="476250" cy="381000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anchor="ctr"/>
              <a:lstStyle/>
              <a:p>
                <a:endParaRPr/>
              </a:p>
            </p:txBody>
          </p:sp>
        </p:grpSp>
        <p:sp>
          <p:nvSpPr>
            <p:cNvPr id="104" name="nudge-group-sibling"/>
            <p:cNvSpPr/>
            <p:nvPr/>
          </p:nvSpPr>
          <p:spPr>
            <a:xfrm>
              <a:off x="95250" y="95250"/>
              <a:ext cx="333375" cy="285750"/>
            </a:xfrm>
            <a:prstGeom prst="rect">
              <a:avLst/>
            </a:prstGeom>
            <a:solidFill>
              <a:schemeClr val="accent2"/>
            </a:solidFill>
          </p:spPr>
          <p:txBody>
            <a:bodyPr anchor="ctr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nudge-second-slide"/>
          <p:cNvSpPr/>
          <p:nvPr/>
        </p:nvSpPr>
        <p:spPr>
          <a:xfrm>
            <a:off x="952500" y="952500"/>
            <a:ext cx="952500" cy="762000"/>
          </a:xfrm>
          <a:prstGeom prst="rect">
            <a:avLst/>
          </a:prstGeom>
          <a:solidFill>
            <a:schemeClr val="accent4"/>
          </a:solidFill>
        </p:spPr>
        <p:txBody>
          <a:bodyPr anchor="ctr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itor Keyboard">
  <a:themeElements>
    <a:clrScheme name="Editor Keyboard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Editor Keyboard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Editor Keyboard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