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pict" ContentType="image/pict"/>
  <Default Extension="bin" ContentType="application/vnd.openxmlformats-officedocument.oleObjec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drawings/_rels/vmlDrawing1.v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image" Target="../media/preview.pict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Edit1.xlsx"/>
<Relationship Id="rId4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Edit2.bin"/>
<Relationship Id="rId4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Edit3.bin"/>
<Relationship Id="rId4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可解码预览图 → 渲染成图片</a:t>
            </a:r>
          </a:p>
        </p:txBody>
      </p:sp>
      <p:graphicFrame>
        <p:nvGraphicFramePr>
          <p:cNvPr id="21" name="Object 21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spid="_x0000_s1026" name="Worksheet" r:id="rId3" imgW="2971800" imgH="2374900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认不出的格式 → 退回占位框</a:t>
            </a:r>
          </a:p>
        </p:txBody>
      </p:sp>
      <p:graphicFrame>
        <p:nvGraphicFramePr>
          <p:cNvPr id="22" name="Object 22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spid="_x0000_s1027" name="Worksheet" r:id="rId3" imgW="2971800" imgH="237490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内嵌 p:pic 预览 → 不依赖 VML</a:t>
            </a:r>
          </a:p>
        </p:txBody>
      </p:sp>
      <p:graphicFrame>
        <p:nvGraphicFramePr>
          <p:cNvPr id="23" name="Object 23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name="Worksheet" r:id="rId3" imgW="2971800" imgH="2374900" progId="Excel.Sheet.12">
              <p:embed/>
              <p:pic>
                <p:nvPicPr>
                  <p:cNvPr id="123" name="预览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0" y="0"/>
                    <a:ext cx="4381500" cy="28575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le">
  <a:themeElements>
    <a:clrScheme name="Ol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O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