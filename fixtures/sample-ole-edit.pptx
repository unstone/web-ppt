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pict" ContentType="image/pict"/>
  <Default Extension="bin" ContentType="application/vnd.openxmlformats-officedocument.oleObject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Default Extension="xlsx" ContentType="application/vnd.openxmlformats-officedocument.spreadsheetml.sheet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sz="1800"/>
    </a:defPPr>
  </p:defaultTextStyle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/Relationships>
</file>

<file path=ppt/drawings/_rels/vmlDrawing1.vml.rels><?xml version="1.0" encoding="UTF-8" standalone="yes"?>
<Relationships xmlns="http://schemas.openxmlformats.org/package/2006/relationships">
<Relationship Id="rId1" Type="http://schemas.openxmlformats.org/officeDocument/2006/relationships/image" Target="../media/image1.png"/>
<Relationship Id="rId2" Type="http://schemas.openxmlformats.org/officeDocument/2006/relationships/image" Target="../media/preview.pict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vmlDrawing" Target="../drawings/vmlDrawing1.vml"/>
<Relationship Id="rId3" Type="http://schemas.openxmlformats.org/officeDocument/2006/relationships/oleObject" Target="../embeddings/oleEdit1.xlsx"/>
<Relationship Id="rId4" Type="http://schemas.openxmlformats.org/officeDocument/2006/relationships/image" Target="../media/image2.png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vmlDrawing" Target="../drawings/vmlDrawing1.vml"/>
<Relationship Id="rId3" Type="http://schemas.openxmlformats.org/officeDocument/2006/relationships/oleObject" Target="../embeddings/oleEdit2.bin"/>
<Relationship Id="rId4" Type="http://schemas.openxmlformats.org/officeDocument/2006/relationships/image" Target="../media/image2.png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vmlDrawing" Target="../drawings/vmlDrawing1.vml"/>
<Relationship Id="rId3" Type="http://schemas.openxmlformats.org/officeDocument/2006/relationships/oleObject" Target="../embeddings/oleEdit3.bin"/>
<Relationship Id="rId4" Type="http://schemas.openxmlformats.org/officeDocument/2006/relationships/image" Target="../media/image2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p"/>
          <p:cNvSpPr/>
          <p:nvPr/>
        </p:nvSpPr>
        <p:spPr>
          <a:xfrm>
            <a:off x="381000" y="476250"/>
            <a:ext cx="11430000" cy="5715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2200" b="1">
                <a:solidFill>
                  <a:schemeClr val="tx2"/>
                </a:solidFill>
              </a:rPr>
              <a:t>OLE + 可解码预览图 → 渲染成图片</a:t>
            </a:r>
          </a:p>
        </p:txBody>
      </p:sp>
      <p:graphicFrame>
        <p:nvGraphicFramePr>
          <p:cNvPr id="21" name="Object 21"/>
          <p:cNvGraphicFramePr/>
          <p:nvPr/>
        </p:nvGraphicFramePr>
        <p:xfrm>
          <a:off x="1143000" y="1524000"/>
          <a:ext cx="4381500" cy="2857500"/>
        </p:xfrm>
        <a:graphic>
          <a:graphicData uri="http://schemas.openxmlformats.org/presentationml/2006/ole">
            <p:oleObj spid="_x0000_s1026" name="Worksheet" r:id="rId3" imgW="2971800" imgH="2374900" progId="Excel.Sheet.12">
              <p:embed/>
            </p:oleObj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p"/>
          <p:cNvSpPr/>
          <p:nvPr/>
        </p:nvSpPr>
        <p:spPr>
          <a:xfrm>
            <a:off x="381000" y="476250"/>
            <a:ext cx="11430000" cy="5715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2200" b="1">
                <a:solidFill>
                  <a:schemeClr val="tx2"/>
                </a:solidFill>
              </a:rPr>
              <a:t>OLE + 认不出的格式 → 退回占位框</a:t>
            </a:r>
          </a:p>
        </p:txBody>
      </p:sp>
      <p:graphicFrame>
        <p:nvGraphicFramePr>
          <p:cNvPr id="22" name="Object 22"/>
          <p:cNvGraphicFramePr/>
          <p:nvPr/>
        </p:nvGraphicFramePr>
        <p:xfrm>
          <a:off x="1143000" y="1524000"/>
          <a:ext cx="4381500" cy="2857500"/>
        </p:xfrm>
        <a:graphic>
          <a:graphicData uri="http://schemas.openxmlformats.org/presentationml/2006/ole">
            <p:oleObj spid="_x0000_s1027" name="Worksheet" r:id="rId3" imgW="2971800" imgH="2374900" progId="Word.Document.12">
              <p:embed/>
            </p:oleObj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p"/>
          <p:cNvSpPr/>
          <p:nvPr/>
        </p:nvSpPr>
        <p:spPr>
          <a:xfrm>
            <a:off x="381000" y="476250"/>
            <a:ext cx="11430000" cy="5715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2200" b="1">
                <a:solidFill>
                  <a:schemeClr val="tx2"/>
                </a:solidFill>
              </a:rPr>
              <a:t>OLE + 内嵌 p:pic 预览 → 不依赖 VML</a:t>
            </a:r>
          </a:p>
        </p:txBody>
      </p:sp>
      <p:graphicFrame>
        <p:nvGraphicFramePr>
          <p:cNvPr id="23" name="Object 23"/>
          <p:cNvGraphicFramePr/>
          <p:nvPr/>
        </p:nvGraphicFramePr>
        <p:xfrm>
          <a:off x="1143000" y="1524000"/>
          <a:ext cx="4381500" cy="2857500"/>
        </p:xfrm>
        <a:graphic>
          <a:graphicData uri="http://schemas.openxmlformats.org/presentationml/2006/ole">
            <p:oleObj name="Worksheet" r:id="rId3" imgW="2971800" imgH="2374900" progId="Excel.Sheet.12">
              <p:embed/>
              <p:pic>
                <p:nvPicPr>
                  <p:cNvPr id="123" name="预览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0" y="0"/>
                    <a:ext cx="4381500" cy="28575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le">
  <a:themeElements>
    <a:clrScheme name="Ole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Ol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l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