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525000" cy="5334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hyperlink" Target="https://example.com/shared" TargetMode="External"/>
<Relationship Id="rId3" Type="http://schemas.openxmlformats.org/officeDocument/2006/relationships/hyperlink" Target="https://example.com/hover" TargetMode="External"/>
<Relationship Id="rId4" Type="http://schemas.openxmlformats.org/officeDocument/2006/relationships/hyperlink" Target="javascript:alert(1)" TargetMode="External"/>
<Relationship Id="rId5" Type="http://schemas.openxmlformats.org/officeDocument/2006/relationships/slide" Target="slide3.xml"/>
<Relationship Id="rId6" Type="http://schemas.openxmlformats.org/officeDocument/2006/relationships/image" Target="../media/image1.png"/>
<Relationship Id="rId7" Type="http://schemas.openxmlformats.org/officeDocument/2006/relationships/hyperlink" Target="https://example.com/untouched-orphan" TargetMode="External"/>
<Relationship Id="rId8" Type="http://schemas.openxmlformats.org/officeDocument/2006/relationships/slide" Target="slide3.xml"/>
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fixture="urn:web-ppt:hyperlink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link-shared-a">
            <a:hlinkClick r:id="rId2"/>
          </p:cNvPr>
          <p:cNvSpPr/>
          <p:nvPr/>
        </p:nvSpPr>
        <p:spPr>
          <a:xfrm>
            <a:off x="381000" y="571500"/>
            <a:ext cx="2000250" cy="66675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1400">
                <a:solidFill>
                  <a:srgbClr val="404040"/>
                </a:solidFill>
              </a:rPr>
              <a:t>link-shared-a</a:t>
            </a:r>
          </a:p>
        </p:txBody>
      </p:sp>
      <p:sp>
        <p:nvSpPr>
          <p:cNvPr id="105" name="link-shared-b">
            <a:hlinkClick r:id="rId2"/>
          </p:cNvPr>
          <p:cNvSpPr/>
          <p:nvPr/>
        </p:nvSpPr>
        <p:spPr>
          <a:xfrm>
            <a:off x="2762250" y="571500"/>
            <a:ext cx="2000250" cy="66675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1400">
                <a:solidFill>
                  <a:srgbClr val="404040"/>
                </a:solidFill>
              </a:rPr>
              <a:t>link-shared-b</a:t>
            </a:r>
          </a:p>
        </p:txBody>
      </p:sp>
      <p:sp>
        <p:nvSpPr>
          <p:cNvPr id="106" name="link-unsafe-source">
            <a:hlinkClick r:id="rId4" fixture:keep="unsafe"/>
          </p:cNvPr>
          <p:cNvSpPr/>
          <p:nvPr/>
        </p:nvSpPr>
        <p:spPr>
          <a:xfrm>
            <a:off x="5143500" y="571500"/>
            <a:ext cx="2000250" cy="66675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r>
              <a:rPr sz="1400">
                <a:solidFill>
                  <a:srgbClr val="404040"/>
                </a:solidFill>
              </a:rPr>
              <a:t>link-unsafe-source</a:t>
            </a:r>
          </a:p>
        </p:txBody>
      </p:sp>
      <p:sp>
        <p:nvSpPr>
          <p:cNvPr id="101" name="link-hover-preserve">
            <a:hlinkClick r:id="rId2" tooltip="KEEP-CLICK" fixture:keep="click">
              <a:extLst>
                <a:ext uri="{KEEP-CLICK}">
                  <fixture:keep value="click"/>
                </a:ext>
              </a:extLst>
            </a:hlinkClick>
            <a:hlinkMouseOver r:id="rId3" tooltip="KEEP-HOVER" fixture:keep="hover"/>
          </p:cNvPr>
          <p:cNvSpPr/>
          <p:nvPr/>
        </p:nvSpPr>
        <p:spPr>
          <a:xfrm>
            <a:off x="381000" y="1619250"/>
            <a:ext cx="2286000" cy="6667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/>
            <a:r>
              <a:rPr sz="1400">
                <a:solidFill>
                  <a:srgbClr val="404040"/>
                </a:solidFill>
              </a:rPr>
              <a:t>click + hover</a:t>
            </a:r>
          </a:p>
        </p:txBody>
      </p:sp>
      <p:sp>
        <p:nvSpPr>
          <p:cNvPr id="102" name="link-relative-next">
            <a:hlinkClick action="ppaction://hlinkshowjump?jump=nextslide"/>
          </p:cNvPr>
          <p:cNvSpPr/>
          <p:nvPr/>
        </p:nvSpPr>
        <p:spPr>
          <a:xfrm>
            <a:off x="3048000" y="1619250"/>
            <a:ext cx="2000250" cy="6667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pPr algn="ctr"/>
            <a:r>
              <a:rPr sz="1400">
                <a:solidFill>
                  <a:srgbClr val="404040"/>
                </a:solidFill>
              </a:rPr>
              <a:t>next</a:t>
            </a:r>
          </a:p>
        </p:txBody>
      </p:sp>
      <p:sp>
        <p:nvSpPr>
          <p:cNvPr id="103" name="link-text-runs"/>
          <p:cNvSpPr/>
          <p:nvPr/>
        </p:nvSpPr>
        <p:spPr>
          <a:xfrm>
            <a:off x="381000" y="2714625"/>
            <a:ext cx="6477000" cy="1619250"/>
          </a:xfrm>
          <a:prstGeom prst="rect">
            <a:avLst/>
          </a:prstGeom>
          <a:solidFill>
            <a:srgbClr val="F8FAFC"/>
          </a:solidFill>
        </p:spPr>
        <p:txBody>
          <a:bodyPr anchor="ctr"/>
          <a:lstStyle/>
          <a:p>
            <a:pPr>
              <a:buNone/>
            </a:pPr>
            <a:r>
              <a:rPr sz="1800">
                <a:hlinkClick r:id="rId2"/>
              </a:rPr>
              <a:t>共享外链</a:t>
            </a:r>
            <a:r>
              <a:rPr sz="1800">
                <a:hlinkClick r:id="rId5" action="ppaction://hlinksldjump"/>
              </a:rPr>
              <a:t>内部第三页</a:t>
            </a:r>
            <a:r>
              <a:rPr sz="1800">
                <a:hlinkClick r:id="rId4" fixture:keep="unsafe"/>
              </a:rPr>
              <a:t>危险来源</a:t>
            </a:r>
            <a:r>
              <a:rPr sz="1800"/>
              <a:t>普通文字</a:t>
            </a:r>
          </a:p>
        </p:txBody>
      </p:sp>
      <p:pic>
        <p:nvPicPr>
          <p:cNvPr id="900" name="link-picture">
            <a:hlinkClick r:id="rId5" action="ppaction://hlinksldjump"/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7239000" y="2667000"/>
            <a:ext cx="1714500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link-target-two"/>
          <p:cNvSpPr/>
          <p:nvPr/>
        </p:nvSpPr>
        <p:spPr>
          <a:xfrm>
            <a:off x="1143000" y="952500"/>
            <a:ext cx="6667500" cy="34290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/>
          <a:p>
            <a:pPr algn="ctr"/>
            <a:r>
              <a:rPr sz="3200">
                <a:solidFill>
                  <a:srgbClr val="404040"/>
                </a:solidFill>
              </a:rPr>
              <a:t>link-target-two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link-target-three"/>
          <p:cNvSpPr/>
          <p:nvPr/>
        </p:nvSpPr>
        <p:spPr>
          <a:xfrm>
            <a:off x="1143000" y="952500"/>
            <a:ext cx="6667500" cy="3429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pPr algn="ctr"/>
            <a:r>
              <a:rPr sz="3200">
                <a:solidFill>
                  <a:srgbClr val="404040"/>
                </a:solidFill>
              </a:rPr>
              <a:t>link-target-three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Hyperlinks">
  <a:themeElements>
    <a:clrScheme name="Editor Hyperlink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Hyperlink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Hyperlink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