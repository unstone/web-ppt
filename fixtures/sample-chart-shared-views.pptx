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Sheet1!$A$3:$B$5</c:f>
              <c:multiLvlStrCache>
                <c:ptCount val="3"/>
                <c:lvl>
                  <c:pt idx="0">
                    <c:v>A</c:v>
                  </c:pt>
                  <c:pt idx="1">
                    <c:v/>
                  </c:pt>
                </c:lvl>
                <c:lvl>
                  <c:pt idx="0">
                    <c:v>North</c:v>
                  </c:pt>
                  <c:pt idx="1">
                    <c:v>South</c:v>
                  </c:pt>
                  <c:pt idx="2">
                    <c:v/>
                  </c:pt>
                </c:lvl>
              </c:multiLvlStrCache>
            </c:multiLvlStrRef>
          </c:cat>
          <c:val>
            <c:numRef>
              <c:f>Sheet1!C3:C5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Sheet1!$A$3:$B$5</c:f>
              <c:multiLvlStrCache>
                <c:ptCount val="3"/>
                <c:lvl>
                  <c:pt idx="0">
                    <c:v>A</c:v>
                  </c:pt>
                  <c:pt idx="1">
                    <c:v/>
                  </c:pt>
                </c:lvl>
                <c:lvl>
                  <c:pt idx="0">
                    <c:v>North</c:v>
                  </c:pt>
                  <c:pt idx="1">
                    <c:v>South</c:v>
                  </c:pt>
                  <c:pt idx="2">
                    <c:v/>
                  </c:pt>
                </c:lvl>
              </c:multiLvlStrCache>
            </c:multiLvlStrRef>
          </c:cat>
          <c:val>
            <c:numRef>
              <c:f>Sheet1!D3:D5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