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charts/chartEx1.xml" ContentType="application/vnd.ms-office.chartex+xml"/>
  <Default Extension="png" ContentType="image/png"/>
  <Default Extension="xlsx" ContentType="application/vnd.openxmlformats-officedocument.spreadsheetml.sheet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charts/_rels/chartEx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chart-data.xlsx"/></Relationships>
</file>

<file path=ppt/charts/chartEx1.xml><?xml version="1.0" encoding="utf-8"?>
<cx:chartSpace xmlns:cx="http://schemas.microsoft.com/office/drawing/2014/chartex" xmlns:r="http://schemas.openxmlformats.org/officeDocument/2006/relationships">
  <cx:chartData>
    <cx:externalData r:id="rId1"/>
    <cx:data id="0">
      <cx:numDim type="val">
        <cx:f>Sheet1!$A$1:$A$3</cx:f>
        <cx:lvl ptCount="3">
          <cx:pt idx="0">10</cx:pt>
          <cx:pt idx="1">6</cx:pt>
          <cx:pt idx="2">2</cx:pt>
        </cx:lvl>
      </cx:numDim>
    </cx:data>
  </cx:chartData>
  <cx:chart>
    <cx:plotArea>
      <cx:plotAreaRegion>
        <cx:series layoutId="funnel">
          <cx:dataId val="0"/>
        </cx:series>
      </cx:plotAreaRegion>
    </cx:plotArea>
  </cx:chart>
</cx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1.xml"/><Relationship Id="rId3" Type="http://schemas.openxmlformats.org/officeDocument/2006/relationships/image" Target="../media/chart-preview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fallback-chart"/>
              <p:cNvGraphicFramePr/>
              <p:nvPr/>
            </p:nvGraphicFramePr>
            <p:xfrm>
              <a:off x="381000" y="476250"/>
              <a:ext cx="3810000" cy="2286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fallback-chart"/>
              <p:cNvPicPr>
                <a:picLocks noGrp="1" noRo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000" y="476250"/>
                <a:ext cx="3810000" cy="228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ChartEx Fallback">
  <a:themeElements>
    <a:clrScheme name="ChartEx Fallback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Ex Fallbac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Ex Fallba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