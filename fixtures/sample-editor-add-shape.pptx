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新增形状锚点"/>
          <p:cNvSpPr/>
          <p:nvPr/>
        </p:nvSpPr>
        <p:spPr>
          <a:xfrm>
            <a:off x="762000" y="857250"/>
            <a:ext cx="2095500" cy="1143000"/>
          </a:xfrm>
          <a:prstGeom prst="ellipse">
            <a:avLst/>
          </a:prstGeom>
          <a:solidFill>
            <a:schemeClr val="accent2"/>
          </a:solidFill>
        </p:spPr>
        <p:txBody>
          <a:bodyPr anchor="ctr"/>
          <a:lstStyle/>
          <a:p>
            <a:endParaRPr/>
          </a:p>
        </p:txBody>
      </p:sp>
      <p:extLst>
        <p:ext uri="{D5B74B20-3A34-4CB1-9B12-ADD-SHAPE}">
          <fixture:keep xmlns:fixture="urn:web-ppt:add-shape" value="必须保留"/>
        </p:ext>
      </p:extLst>
    </p:spTree>
  </p:cSld>
  <p:clrMapOvr>
    <a:masterClrMapping/>
  </p:clrMapOvr>
</p:sld>
</file>

<file path=ppt/theme/theme1.xml><?xml version="1.0" encoding="utf-8"?>
<a:theme xmlns:a="http://schemas.openxmlformats.org/drawingml/2006/main" name="Add Shape Theme">
  <a:themeElements>
    <a:clrScheme name="Add Shape Theme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D94F70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Add Shap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Add Shape Them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