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jpg" ContentType="image/jpeg"/>
  <Default Extension="gif" ContentType="image/gif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096500" cy="5715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content.png"/><Relationship Id="rId3" Type="http://schemas.openxmlformats.org/officeDocument/2006/relationships/image" Target="../media/image-content.png"/><Relationship Id="rId4" Type="http://schemas.openxmlformats.org/officeDocument/2006/relationships/image" Target="../media/image-content.jpg"/><Relationship Id="rId5" Type="http://schemas.openxmlformats.org/officeDocument/2006/relationships/image" Target="../media/image-content.gif"/><Relationship Id="rId6" Type="http://schemas.openxmlformats.org/officeDocument/2006/relationships/image" Target="../media/image-content.webp"/><Relationship Id="rId7" Type="http://schemas.openxmlformats.org/officeDocument/2006/relationships/image" Target="../media/image-content.png"/><Relationship Id="rId8" Type="http://schemas.openxmlformats.org/officeDocument/2006/relationships/image" Target="https://example.invalid/image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1" name="image-external"/>
          <p:cNvPicPr/>
          <p:nvPr/>
        </p:nvPicPr>
        <p:blipFill>
          <a:blip r:link="rId8">
            <a:extLst>
              <a:ext uri="{WEB-PPT-IMAGE-BLIP}">
                <fixture:keep xmlns:fixture="urn:web-ppt:image-content" value="blip-extension"/>
              </a:ext>
            </a:extLst>
          </a:blip>
          <a:srcRect xmlns:fixture="urn:web-ppt:image-content" xmlns:mc="http://schemas.openxmlformats.org/markup-compatibility/2006" mc:Ignorable="fixture" fixture:keep="srcRect-extension" l="5000" t="10000" r="15000" b="20000">
            <fixture:keep value="srcRect-child"/>
          </a:srcRect>
          <a:stretch>
            <a:fillRect/>
          </a:stretch>
        </p:blipFill>
        <p:spPr xmlns:fixture="urn:web-ppt:image-content" fixture:host="keep-image-content">
          <a:xfrm rot="900000" flipH="1">
            <a:off x="381000" y="381000"/>
            <a:ext cx="2476500" cy="1619250"/>
          </a:xfrm>
          <a:prstGeom prst="rect">
            <a:avLst/>
          </a:prstGeom>
          <a:ln w="12700">
            <a:solidFill>
              <a:srgbClr val="334155"/>
            </a:solidFill>
          </a:ln>
          <a:effectLst>
            <a:glow rad="9525">
              <a:srgbClr val="F59E0B">
                <a:alpha val="45000"/>
              </a:srgbClr>
            </a:glow>
          </a:effectLst>
          <a:extLst>
            <a:ext uri="{WEB-PPT-IMAGE-HOST}">
              <fixture:keep value="host-extension"/>
            </a:ext>
          </a:extLst>
        </p:spPr>
      </p:pic>
      <p:pic>
        <p:nvPicPr>
          <p:cNvPr id="3102" name="image-shared-a"/>
          <p:cNvPicPr/>
          <p:nvPr/>
        </p:nvPicPr>
        <p:blipFill>
          <a:blip r:embed="rId2">
            <a:extLst>
              <a:ext uri="{WEB-PPT-IMAGE-BLIP}">
                <fixture:keep xmlns:fixture="urn:web-ppt:image-content" value="blip-extension"/>
              </a:ext>
            </a:extLst>
          </a:blip>
          <a:srcRect l="8000" t="4000" r="12000" b="6000"/>
          <a:stretch>
            <a:fillRect/>
          </a:stretch>
        </p:blipFill>
        <p:spPr xmlns:fixture="urn:web-ppt:image-content" fixture:host="keep-image-content">
          <a:xfrm>
            <a:off x="3333750" y="428625"/>
            <a:ext cx="1619250" cy="1000125"/>
          </a:xfrm>
          <a:prstGeom prst="rect">
            <a:avLst/>
          </a:prstGeom>
          <a:ln w="12700">
            <a:solidFill>
              <a:srgbClr val="334155"/>
            </a:solidFill>
          </a:ln>
          <a:effectLst>
            <a:glow rad="9525">
              <a:srgbClr val="F59E0B">
                <a:alpha val="45000"/>
              </a:srgbClr>
            </a:glow>
          </a:effectLst>
        </p:spPr>
      </p:pic>
      <p:pic>
        <p:nvPicPr>
          <p:cNvPr id="3103" name="image-shared-b"/>
          <p:cNvPicPr/>
          <p:nvPr/>
        </p:nvPicPr>
        <p:blipFill>
          <a:blip r:embed="rId3">
            <a:extLst>
              <a:ext uri="{WEB-PPT-IMAGE-BLIP}">
                <fixture:keep xmlns:fixture="urn:web-ppt:image-content" value="blip-extension"/>
              </a:ext>
            </a:extLst>
          </a:blip>
          <a:srcRect l="8000" t="4000" r="12000" b="6000"/>
          <a:stretch>
            <a:fillRect/>
          </a:stretch>
        </p:blipFill>
        <p:spPr xmlns:fixture="urn:web-ppt:image-content" fixture:host="keep-image-content">
          <a:xfrm>
            <a:off x="5286375" y="428625"/>
            <a:ext cx="1619250" cy="1000125"/>
          </a:xfrm>
          <a:prstGeom prst="rect">
            <a:avLst/>
          </a:prstGeom>
          <a:ln w="12700">
            <a:solidFill>
              <a:srgbClr val="334155"/>
            </a:solidFill>
          </a:ln>
          <a:effectLst>
            <a:glow rad="9525">
              <a:srgbClr val="F59E0B">
                <a:alpha val="45000"/>
              </a:srgbClr>
            </a:glow>
          </a:effectLst>
        </p:spPr>
      </p:pic>
      <p:pic>
        <p:nvPicPr>
          <p:cNvPr id="3104" name="image-jpeg"/>
          <p:cNvPicPr/>
          <p:nvPr/>
        </p:nvPicPr>
        <p:blipFill>
          <a:blip r:embed="rId4">
            <a:extLst>
              <a:ext uri="{WEB-PPT-IMAGE-BLIP}">
                <fixture:keep xmlns:fixture="urn:web-ppt:image-content" value="blip-extension"/>
              </a:ext>
            </a:extLst>
          </a:blip>
          <a:srcRect l="0" t="0" r="0" b="0"/>
          <a:stretch>
            <a:fillRect/>
          </a:stretch>
        </p:blipFill>
        <p:spPr xmlns:fixture="urn:web-ppt:image-content" fixture:host="keep-image-content">
          <a:xfrm>
            <a:off x="7239000" y="428625"/>
            <a:ext cx="1000125" cy="1000125"/>
          </a:xfrm>
          <a:prstGeom prst="rect">
            <a:avLst/>
          </a:prstGeom>
          <a:ln w="12700">
            <a:solidFill>
              <a:srgbClr val="334155"/>
            </a:solidFill>
          </a:ln>
          <a:effectLst>
            <a:glow rad="9525">
              <a:srgbClr val="F59E0B">
                <a:alpha val="45000"/>
              </a:srgbClr>
            </a:glow>
          </a:effectLst>
        </p:spPr>
      </p:pic>
      <p:pic>
        <p:nvPicPr>
          <p:cNvPr id="3105" name="image-gif"/>
          <p:cNvPicPr/>
          <p:nvPr/>
        </p:nvPicPr>
        <p:blipFill>
          <a:blip r:embed="rId5">
            <a:extLst>
              <a:ext uri="{WEB-PPT-IMAGE-BLIP}">
                <fixture:keep xmlns:fixture="urn:web-ppt:image-content" value="blip-extension"/>
              </a:ext>
            </a:extLst>
          </a:blip>
          <a:stretch>
            <a:fillRect/>
          </a:stretch>
        </p:blipFill>
        <p:spPr xmlns:fixture="urn:web-ppt:image-content" fixture:host="keep-image-content">
          <a:xfrm>
            <a:off x="8572500" y="428625"/>
            <a:ext cx="1000125" cy="1000125"/>
          </a:xfrm>
          <a:prstGeom prst="rect">
            <a:avLst/>
          </a:prstGeom>
          <a:ln w="12700">
            <a:solidFill>
              <a:srgbClr val="334155"/>
            </a:solidFill>
          </a:ln>
          <a:effectLst>
            <a:glow rad="9525">
              <a:srgbClr val="F59E0B">
                <a:alpha val="45000"/>
              </a:srgbClr>
            </a:glow>
          </a:effectLst>
        </p:spPr>
      </p:pic>
      <p:pic>
        <p:nvPicPr>
          <p:cNvPr id="3106" name="image-webp"/>
          <p:cNvPicPr/>
          <p:nvPr/>
        </p:nvPicPr>
        <p:blipFill>
          <a:blip r:embed="rId6">
            <a:extLst>
              <a:ext uri="{WEB-PPT-IMAGE-BLIP}">
                <fixture:keep xmlns:fixture="urn:web-ppt:image-content" value="blip-extension"/>
              </a:ext>
            </a:extLst>
          </a:blip>
          <a:stretch>
            <a:fillRect/>
          </a:stretch>
        </p:blipFill>
        <p:spPr xmlns:fixture="urn:web-ppt:image-content" fixture:host="keep-image-content">
          <a:xfrm>
            <a:off x="3333750" y="1952625"/>
            <a:ext cx="1619250" cy="1000125"/>
          </a:xfrm>
          <a:prstGeom prst="rect">
            <a:avLst/>
          </a:prstGeom>
          <a:ln w="12700">
            <a:solidFill>
              <a:srgbClr val="334155"/>
            </a:solidFill>
          </a:ln>
          <a:effectLst>
            <a:glow rad="9525">
              <a:srgbClr val="F59E0B">
                <a:alpha val="45000"/>
              </a:srgbClr>
            </a:glow>
          </a:effectLst>
        </p:spPr>
      </p:pic>
      <p:grpSp>
        <p:nvGrpSpPr>
          <p:cNvPr id="3107" name="image-group"/>
          <p:cNvGrpSpPr/>
          <p:nvPr/>
        </p:nvGrpSpPr>
        <p:grpSpPr xmlns:fixture="urn:web-ppt:image-content" fixture:host="keep-image-group">
          <a:xfrm rot="1200000">
            <a:off x="5715000" y="2190750"/>
            <a:ext cx="2952750" cy="2000250"/>
            <a:chOff x="0" y="0"/>
            <a:chExt cx="2381250" cy="1524000"/>
          </a:xfrm>
          <a:extLst>
            <a:ext uri="{WEB-PPT-IMAGE-GROUP}">
              <fixture:keep value="group-extension"/>
            </a:ext>
          </a:extLst>
        </p:grpSpPr>
        <p:pic>
          <p:nvPicPr>
            <p:cNvPr id="3108" name="image-nested"/>
            <p:cNvPicPr/>
            <p:nvPr/>
          </p:nvPicPr>
          <p:blipFill>
            <a:blip r:embed="rId7">
              <a:extLst>
                <a:ext uri="{WEB-PPT-IMAGE-BLIP}">
                  <fixture:keep xmlns:fixture="urn:web-ppt:image-content" value="blip-extension"/>
                </a:ext>
              </a:extLst>
            </a:blip>
            <a:srcRect l="3000" t="9000" r="17000" b="11000"/>
            <a:stretch>
              <a:fillRect/>
            </a:stretch>
          </p:blipFill>
          <p:spPr xmlns:fixture="urn:web-ppt:image-content" fixture:host="keep-image-content">
            <a:xfrm rot="600000" flipV="1">
              <a:off x="190500" y="142875"/>
              <a:ext cx="1809750" cy="1143000"/>
            </a:xfrm>
            <a:prstGeom prst="rect">
              <a:avLst/>
            </a:prstGeom>
            <a:ln w="12700">
              <a:solidFill>
                <a:srgbClr val="334155"/>
              </a:solidFill>
            </a:ln>
            <a:effectLst>
              <a:glow rad="9525">
                <a:srgbClr val="F59E0B">
                  <a:alpha val="45000"/>
                </a:srgbClr>
              </a:glow>
            </a:effec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Editor Image Content">
  <a:themeElements>
    <a:clrScheme name="Editor Image Conten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Image Conten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Image Conte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