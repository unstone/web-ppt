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v>直营</c:v>
          </c:tx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v>渠道</c:v>
          </c:tx>
          <c:xVal>
            <c:numRef>
              <c:f>Sheet1!$A$2:$A$5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