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5715000"/>
  <p:notesSz cx="6858000" cy="9144000"/>
  <p:defaultTextStyle>
    <a:defPPr>
      <a:defRPr sz="1800"/>
    </a:defPPr>
  </p:defaultTextStyle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连续标点对"/>
          <p:cNvSpPr/>
          <p:nvPr/>
        </p:nvSpPr>
        <p:spPr>
          <a:xfrm>
            <a:off x="571500" y="666750"/>
            <a:ext cx="2571750" cy="476250"/>
          </a:xfrm>
          <a:prstGeom prst="rect">
            <a:avLst/>
          </a:prstGeom>
          <a:noFill/>
        </p:spPr>
        <p:txBody>
          <a:bodyPr lIns="91440" rIns="91440" tIns="45720" bIns="45720" anchor="ctr"/>
          <a:lstStyle/>
          <a:p>
            <a:r>
              <a:rPr sz="2000">
                <a:solidFill>
                  <a:srgbClr val="1A1A1A"/>
                </a:solidFill>
              </a:rPr>
              <a:t>甲甲甲甲：『乙。』</a:t>
            </a:r>
          </a:p>
        </p:txBody>
      </p:sp>
      <p:sp>
        <p:nvSpPr>
          <p:cNvPr id="102" name="行首开标点"/>
          <p:cNvSpPr/>
          <p:nvPr/>
        </p:nvSpPr>
        <p:spPr>
          <a:xfrm>
            <a:off x="571500" y="1524000"/>
            <a:ext cx="1476375" cy="857250"/>
          </a:xfrm>
          <a:prstGeom prst="rect">
            <a:avLst/>
          </a:prstGeom>
          <a:noFill/>
        </p:spPr>
        <p:txBody>
          <a:bodyPr lIns="91440" rIns="91440" tIns="45720" bIns="45720" anchor="ctr"/>
          <a:lstStyle/>
          <a:p>
            <a:r>
              <a:rPr sz="2000">
                <a:solidFill>
                  <a:srgbClr val="1A1A1A"/>
                </a:solidFill>
              </a:rPr>
              <a:t>丙丙丙丙丁（注）</a:t>
            </a:r>
          </a:p>
        </p:txBody>
      </p:sp>
      <p:sp>
        <p:nvSpPr>
          <p:cNvPr id="103" name="行尾句读"/>
          <p:cNvSpPr/>
          <p:nvPr/>
        </p:nvSpPr>
        <p:spPr>
          <a:xfrm>
            <a:off x="571500" y="2762250"/>
            <a:ext cx="1762125" cy="476250"/>
          </a:xfrm>
          <a:prstGeom prst="rect">
            <a:avLst/>
          </a:prstGeom>
          <a:noFill/>
        </p:spPr>
        <p:txBody>
          <a:bodyPr lIns="91440" rIns="91440" tIns="45720" bIns="45720" anchor="ctr"/>
          <a:lstStyle/>
          <a:p>
            <a:r>
              <a:rPr sz="2000">
                <a:solidFill>
                  <a:srgbClr val="1A1A1A"/>
                </a:solidFill>
              </a:rPr>
              <a:t>丁丁丁丁丁。</a:t>
            </a:r>
          </a:p>
        </p:txBody>
      </p:sp>
      <p:sp>
        <p:nvSpPr>
          <p:cNvPr id="104" name="放不下才挤"/>
          <p:cNvSpPr/>
          <p:nvPr/>
        </p:nvSpPr>
        <p:spPr>
          <a:xfrm>
            <a:off x="571500" y="3619500"/>
            <a:ext cx="1695450" cy="476250"/>
          </a:xfrm>
          <a:prstGeom prst="rect">
            <a:avLst/>
          </a:prstGeom>
          <a:noFill/>
        </p:spPr>
        <p:txBody>
          <a:bodyPr lIns="91440" rIns="91440" tIns="45720" bIns="45720" anchor="ctr"/>
          <a:lstStyle/>
          <a:p>
            <a:r>
              <a:rPr sz="2000">
                <a:solidFill>
                  <a:srgbClr val="1A1A1A"/>
                </a:solidFill>
              </a:rPr>
              <a:t>戊戊戊戊戊。</a:t>
            </a:r>
          </a:p>
        </p:txBody>
      </p:sp>
      <p:sp>
        <p:nvSpPr>
          <p:cNvPr id="105" name="无标点对照"/>
          <p:cNvSpPr/>
          <p:nvPr/>
        </p:nvSpPr>
        <p:spPr>
          <a:xfrm>
            <a:off x="571500" y="4476750"/>
            <a:ext cx="1905000" cy="476250"/>
          </a:xfrm>
          <a:prstGeom prst="rect">
            <a:avLst/>
          </a:prstGeom>
          <a:noFill/>
        </p:spPr>
        <p:txBody>
          <a:bodyPr lIns="91440" rIns="91440" tIns="45720" bIns="45720" anchor="ctr"/>
          <a:lstStyle/>
          <a:p>
            <a:r>
              <a:rPr sz="2000">
                <a:solidFill>
                  <a:srgbClr val="1A1A1A"/>
                </a:solidFill>
              </a:rPr>
              <a:t>庚庚庚庚</a:t>
            </a:r>
          </a:p>
        </p:txBody>
      </p:sp>
      <p:sp>
        <p:nvSpPr>
          <p:cNvPr id="106" name="tag1"/>
          <p:cNvSpPr/>
          <p:nvPr/>
        </p:nvSpPr>
        <p:spPr>
          <a:xfrm>
            <a:off x="3048000" y="666750"/>
            <a:ext cx="1905000" cy="28575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1 连续标点对</a:t>
            </a:r>
          </a:p>
        </p:txBody>
      </p:sp>
      <p:sp>
        <p:nvSpPr>
          <p:cNvPr id="107" name="tag2"/>
          <p:cNvSpPr/>
          <p:nvPr/>
        </p:nvSpPr>
        <p:spPr>
          <a:xfrm>
            <a:off x="3048000" y="1666875"/>
            <a:ext cx="1905000" cy="28575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2 行首开标点</a:t>
            </a:r>
          </a:p>
        </p:txBody>
      </p:sp>
      <p:sp>
        <p:nvSpPr>
          <p:cNvPr id="108" name="tag3"/>
          <p:cNvSpPr/>
          <p:nvPr/>
        </p:nvSpPr>
        <p:spPr>
          <a:xfrm>
            <a:off x="3048000" y="2762250"/>
            <a:ext cx="1905000" cy="28575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3 行尾句读</a:t>
            </a:r>
          </a:p>
        </p:txBody>
      </p:sp>
      <p:sp>
        <p:nvSpPr>
          <p:cNvPr id="109" name="tag4"/>
          <p:cNvSpPr/>
          <p:nvPr/>
        </p:nvSpPr>
        <p:spPr>
          <a:xfrm>
            <a:off x="3048000" y="3619500"/>
            <a:ext cx="1905000" cy="28575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4 放不下才挤</a:t>
            </a:r>
          </a:p>
        </p:txBody>
      </p:sp>
      <p:sp>
        <p:nvSpPr>
          <p:cNvPr id="110" name="tag5"/>
          <p:cNvSpPr/>
          <p:nvPr/>
        </p:nvSpPr>
        <p:spPr>
          <a:xfrm>
            <a:off x="3048000" y="4476750"/>
            <a:ext cx="1905000" cy="28575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5 无标点对照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queeze">
  <a:themeElements>
    <a:clrScheme name="Squeeze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Squeez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Squeez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