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wav" ContentType="audio/wav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4572000" cy="25717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Audio" Type="http://schemas.openxmlformats.org/officeDocument/2006/relationships/audio" Target="../media/pulse1.wav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Audio" Type="http://schemas.openxmlformats.org/officeDocument/2006/relationships/audio" Target="../media/pulse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381000"/>
            <a:ext cx="1143000" cy="762000"/>
          </a:xfrm>
          <a:prstGeom prst="rect">
            <a:avLst/>
          </a:prstGeom>
          <a:solidFill>
            <a:srgbClr val="1565C0"/>
          </a:solidFill>
        </p:spPr>
        <p:txBody>
          <a:bodyPr anchor="ctr"/>
          <a:lstStyle/>
          <a:p>
            <a:r>
              <a:rPr sz="1800">
                <a:solidFill>
                  <a:srgbClr val="FFFFFF"/>
                </a:solidFill>
              </a:rPr>
              <a:t>p1</a:t>
            </a:r>
          </a:p>
        </p:txBody>
      </p:sp>
      <p:pic>
        <p:nvPicPr>
          <p:cNvPr id="102" name="音轨脉冲1"/>
          <p:cNvPicPr/>
          <p:nvPr>
            <a:audioFile r:link="rIdAudio"/>
          </p:nvPr>
        </p:nvPicPr>
        <p:blipFill>
          <a:blip/>
          <a:stretch>
            <a:fillRect/>
          </a:stretch>
        </p:blipFill>
        <p:spPr>
          <a:xfrm>
            <a:off x="1905000" y="3810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381000"/>
            <a:ext cx="1143000" cy="762000"/>
          </a:xfrm>
          <a:prstGeom prst="rect">
            <a:avLst/>
          </a:prstGeom>
          <a:solidFill>
            <a:srgbClr val="2E7D32"/>
          </a:solidFill>
        </p:spPr>
        <p:txBody>
          <a:bodyPr anchor="ctr"/>
          <a:lstStyle/>
          <a:p>
            <a:r>
              <a:rPr sz="1800">
                <a:solidFill>
                  <a:srgbClr val="FFFFFF"/>
                </a:solidFill>
              </a:rPr>
              <a:t>p2</a:t>
            </a:r>
          </a:p>
        </p:txBody>
      </p:sp>
      <p:pic>
        <p:nvPicPr>
          <p:cNvPr id="104" name="音轨脉冲2"/>
          <p:cNvPicPr/>
          <p:nvPr>
            <a:audioFile r:link="rIdAudio"/>
          </p:nvPr>
        </p:nvPicPr>
        <p:blipFill>
          <a:blip/>
          <a:stretch>
            <a:fillRect/>
          </a:stretch>
        </p:blipFill>
        <p:spPr>
          <a:xfrm>
            <a:off x="1905000" y="3810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deoAudio">
  <a:themeElements>
    <a:clrScheme name="VideoAudio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ideoAudio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deoA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