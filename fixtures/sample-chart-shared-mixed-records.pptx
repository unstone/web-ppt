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Sheet1!C1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Sheet1!D2:D6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bubbleChart>
        <c:varyColors val="0"/>
        <c:ser>
          <c:idx val="2"/>
          <c:order val="2"/>
          <c:tx>
            <c:strRef>
              <c:f>Sheet1!M1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xVal>
          <c:yVal>
            <c:numRef>
              <c:f>Sheet1!N2:N5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Sheet1!O2:O5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Sheet1!C1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Sheet1!D2:D6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bubbleChart>
        <c:varyColors val="0"/>
        <c:ser>
          <c:idx val="2"/>
          <c:order val="2"/>
          <c:tx>
            <c:strRef>
              <c:f>Sheet1!M1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xVal>
          <c:yVal>
            <c:numRef>
              <c:f>Sheet1!N2:N5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Sheet1!O2:O5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