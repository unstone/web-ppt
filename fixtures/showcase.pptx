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sz="1800"/>
    </a:defPPr>
  </p:defaultTextStyle>
</p:presentation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  <a:fill>
          <a:solidFill>
            <a:schemeClr val="lt1"/>
          </a:solidFill>
        </a:fill>
      </a:tcStyle>
    </a:band2H>
    <a:firstRow>
      <a:tcTxStyle b="on">
        <a:fontRef idx="minor">
          <a:scrgbClr r="0" g="0" b="0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tableStyles" Target="tableStyles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rPr sz="1200"/>
              <a:t>形状库：验证 140+ 预设几何的 path 生成，任何一个渲染成矩形都说明该形状未实现。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rPr sz="1200"/>
              <a:t>效果与填充：阴影 / 发光 / 柔化边缘走 SVG filter，渐变与图案走 defs。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rPr sz="1200"/>
              <a:t>线条：线端箭头用 SVG marker，虚线按线宽缩放 dasharray。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rPr sz="1200"/>
              <a:t>文字：上下标 / 字间距 / 大小写 / 描边 / 渐变 / 高亮 / 竖排 / 分栏 / 自动缩放 / 超链接。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rPr sz="1200"/>
              <a:t>表格：tableStyles.xml 的首行、条纹行解析，合并单元格与自定义边框。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rPr sz="1200"/>
              <a:t>自定义几何：gdLst 公式求值、arcTo、嵌套组合的子坐标系缩放。</a:t>
            </a:r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rPr sz="1200"/>
              <a:t>立体效果按等轴测风格近似（挤出 + 斜角高光 + 轮廓）；右侧 5 个方块带逐次点击的入场动画，需在演示模式下查看。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sp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endParaRPr/>
          </a:p>
        </p:txBody>
      </p:sp>
      <p:sp>
        <p:nvSpPr>
          <p:cNvPr id="90" name="SlideNumber"/>
          <p:cNvSpPr/>
          <p:nvPr>
            <p:ph type="sldNum" sz="quarter" idx="12"/>
          </p:nvPr>
        </p:nvSpPr>
        <p:spPr>
          <a:xfrm>
            <a:off x="11144250" y="6438900"/>
            <a:ext cx="762000" cy="266700"/>
          </a:xfrm>
        </p:spPr>
        <p:txBody>
          <a:bodyPr anchor="ctr"/>
          <a:lstStyle/>
          <a:p>
            <a:pPr algn="r"/>
            <a:fld id="{B2E8F1A0-1111-4A2B-9C3D-000000000001}" type="slidenum">
              <a:rPr sz="1100">
                <a:solidFill>
                  <a:srgbClr val="888888"/>
                </a:solidFill>
              </a:rPr>
              <a:t>1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  <a:latin typeface="+mj-lt"/>
          <a:ea typeface="+mj-ea"/>
        </a:defRPr>
      </a:lvl1pPr>
    </p:titleStyle>
    <p:bodyStyle>
      <a:lvl1pPr marL="285750" indent="-285750">
        <a:spcBef>
          <a:spcPts val="400"/>
        </a:spcBef>
        <a:buChar char="•"/>
        <a:defRPr sz="1600">
          <a:solidFill>
            <a:schemeClr val="tx1"/>
          </a:solidFill>
          <a:latin typeface="+mn-lt"/>
          <a:ea typeface="+mn-ea"/>
        </a:defRPr>
      </a:lvl1pPr>
      <a:lvl2pPr marL="571500" indent="-285750">
        <a:buChar char="–"/>
        <a:defRPr sz="1400"/>
      </a:lvl2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Relationship Id="rId4" Type="http://schemas.openxmlformats.org/officeDocument/2006/relationships/notesSlide" Target="../notesSlides/notesSlide1.xml"/>
<Relationship Id="rId5" Type="http://schemas.openxmlformats.org/officeDocument/2006/relationships/hyperlink" Target="https://example.com" TargetMode="Externa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Relationship Id="rId4" Type="http://schemas.openxmlformats.org/officeDocument/2006/relationships/notesSlide" Target="../notesSlides/notesSlide2.xml"/>
<Relationship Id="rId5" Type="http://schemas.openxmlformats.org/officeDocument/2006/relationships/hyperlink" Target="https://example.com" TargetMode="Externa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Relationship Id="rId4" Type="http://schemas.openxmlformats.org/officeDocument/2006/relationships/notesSlide" Target="../notesSlides/notesSlide3.xml"/>
<Relationship Id="rId5" Type="http://schemas.openxmlformats.org/officeDocument/2006/relationships/hyperlink" Target="https://example.com" TargetMode="Externa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Relationship Id="rId4" Type="http://schemas.openxmlformats.org/officeDocument/2006/relationships/notesSlide" Target="../notesSlides/notesSlide4.xml"/>
<Relationship Id="rId5" Type="http://schemas.openxmlformats.org/officeDocument/2006/relationships/hyperlink" Target="https://example.com" TargetMode="Externa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Relationship Id="rId4" Type="http://schemas.openxmlformats.org/officeDocument/2006/relationships/notesSlide" Target="../notesSlides/notesSlide5.xml"/>
<Relationship Id="rId5" Type="http://schemas.openxmlformats.org/officeDocument/2006/relationships/hyperlink" Target="https://example.com" TargetMode="Externa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Relationship Id="rId4" Type="http://schemas.openxmlformats.org/officeDocument/2006/relationships/notesSlide" Target="../notesSlides/notesSlide6.xml"/>
<Relationship Id="rId5" Type="http://schemas.openxmlformats.org/officeDocument/2006/relationships/hyperlink" Target="https://example.com" TargetMode="Externa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Relationship Id="rId4" Type="http://schemas.openxmlformats.org/officeDocument/2006/relationships/notesSlide" Target="../notesSlides/notesSlide7.xml"/>
<Relationship Id="rId5" Type="http://schemas.openxmlformats.org/officeDocument/2006/relationships/hyperlink" Target="https://example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sp"/>
          <p:cNvSpPr/>
          <p:nvPr/>
        </p:nvSpPr>
        <p:spPr>
          <a:xfrm>
            <a:off x="152400" y="76200"/>
            <a:ext cx="6667500" cy="3238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1800" b="1">
                <a:solidFill>
                  <a:schemeClr val="tx2"/>
                </a:solidFill>
              </a:rPr>
              <a:t>预设形状库（144 个）</a:t>
            </a:r>
          </a:p>
        </p:txBody>
      </p:sp>
      <p:sp>
        <p:nvSpPr>
          <p:cNvPr id="101" name="rect"/>
          <p:cNvSpPr/>
          <p:nvPr/>
        </p:nvSpPr>
        <p:spPr>
          <a:xfrm>
            <a:off x="276225" y="457200"/>
            <a:ext cx="4762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02" name="sp"/>
          <p:cNvSpPr/>
          <p:nvPr/>
        </p:nvSpPr>
        <p:spPr>
          <a:xfrm>
            <a:off x="152400" y="7905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rect</a:t>
            </a:r>
          </a:p>
        </p:txBody>
      </p:sp>
      <p:sp>
        <p:nvSpPr>
          <p:cNvPr id="103" name="roundRect"/>
          <p:cNvSpPr/>
          <p:nvPr/>
        </p:nvSpPr>
        <p:spPr>
          <a:xfrm>
            <a:off x="1000125" y="457200"/>
            <a:ext cx="476250" cy="323850"/>
          </a:xfrm>
          <a:prstGeom prst="roundRect">
            <a:avLst/>
          </a:prstGeom>
          <a:solidFill>
            <a:schemeClr val="accent2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04" name="sp"/>
          <p:cNvSpPr/>
          <p:nvPr/>
        </p:nvSpPr>
        <p:spPr>
          <a:xfrm>
            <a:off x="876300" y="7905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roundRect</a:t>
            </a:r>
          </a:p>
        </p:txBody>
      </p:sp>
      <p:sp>
        <p:nvSpPr>
          <p:cNvPr id="105" name="round1Rect"/>
          <p:cNvSpPr/>
          <p:nvPr/>
        </p:nvSpPr>
        <p:spPr>
          <a:xfrm>
            <a:off x="1724025" y="457200"/>
            <a:ext cx="476250" cy="323850"/>
          </a:xfrm>
          <a:prstGeom prst="round1Rect">
            <a:avLst/>
          </a:prstGeom>
          <a:solidFill>
            <a:schemeClr val="accent3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06" name="sp"/>
          <p:cNvSpPr/>
          <p:nvPr/>
        </p:nvSpPr>
        <p:spPr>
          <a:xfrm>
            <a:off x="1600200" y="7905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round1Rect</a:t>
            </a:r>
          </a:p>
        </p:txBody>
      </p:sp>
      <p:sp>
        <p:nvSpPr>
          <p:cNvPr id="107" name="round2DiagRect"/>
          <p:cNvSpPr/>
          <p:nvPr/>
        </p:nvSpPr>
        <p:spPr>
          <a:xfrm>
            <a:off x="2447925" y="457200"/>
            <a:ext cx="476250" cy="323850"/>
          </a:xfrm>
          <a:prstGeom prst="round2DiagRect">
            <a:avLst/>
          </a:prstGeom>
          <a:solidFill>
            <a:schemeClr val="accent4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08" name="sp"/>
          <p:cNvSpPr/>
          <p:nvPr/>
        </p:nvSpPr>
        <p:spPr>
          <a:xfrm>
            <a:off x="2324100" y="7905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round2DiagRect</a:t>
            </a:r>
          </a:p>
        </p:txBody>
      </p:sp>
      <p:sp>
        <p:nvSpPr>
          <p:cNvPr id="109" name="snip1Rect"/>
          <p:cNvSpPr/>
          <p:nvPr/>
        </p:nvSpPr>
        <p:spPr>
          <a:xfrm>
            <a:off x="3171825" y="457200"/>
            <a:ext cx="476250" cy="323850"/>
          </a:xfrm>
          <a:prstGeom prst="snip1Rect">
            <a:avLst/>
          </a:prstGeom>
          <a:solidFill>
            <a:schemeClr val="accent5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10" name="sp"/>
          <p:cNvSpPr/>
          <p:nvPr/>
        </p:nvSpPr>
        <p:spPr>
          <a:xfrm>
            <a:off x="3048000" y="7905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snip1Rect</a:t>
            </a:r>
          </a:p>
        </p:txBody>
      </p:sp>
      <p:sp>
        <p:nvSpPr>
          <p:cNvPr id="111" name="snip2DiagRect"/>
          <p:cNvSpPr/>
          <p:nvPr/>
        </p:nvSpPr>
        <p:spPr>
          <a:xfrm>
            <a:off x="3895725" y="457200"/>
            <a:ext cx="476250" cy="323850"/>
          </a:xfrm>
          <a:prstGeom prst="snip2DiagRect">
            <a:avLst/>
          </a:prstGeom>
          <a:solidFill>
            <a:schemeClr val="accent6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12" name="sp"/>
          <p:cNvSpPr/>
          <p:nvPr/>
        </p:nvSpPr>
        <p:spPr>
          <a:xfrm>
            <a:off x="3771900" y="7905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snip2DiagRect</a:t>
            </a:r>
          </a:p>
        </p:txBody>
      </p:sp>
      <p:sp>
        <p:nvSpPr>
          <p:cNvPr id="113" name="plaque"/>
          <p:cNvSpPr/>
          <p:nvPr/>
        </p:nvSpPr>
        <p:spPr>
          <a:xfrm>
            <a:off x="4619625" y="457200"/>
            <a:ext cx="476250" cy="323850"/>
          </a:xfrm>
          <a:prstGeom prst="plaque">
            <a:avLst/>
          </a:prstGeom>
          <a:solidFill>
            <a:schemeClr val="accent1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14" name="sp"/>
          <p:cNvSpPr/>
          <p:nvPr/>
        </p:nvSpPr>
        <p:spPr>
          <a:xfrm>
            <a:off x="4495800" y="7905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plaque</a:t>
            </a:r>
          </a:p>
        </p:txBody>
      </p:sp>
      <p:sp>
        <p:nvSpPr>
          <p:cNvPr id="115" name="bevel"/>
          <p:cNvSpPr/>
          <p:nvPr/>
        </p:nvSpPr>
        <p:spPr>
          <a:xfrm>
            <a:off x="5343525" y="457200"/>
            <a:ext cx="476250" cy="323850"/>
          </a:xfrm>
          <a:prstGeom prst="bevel">
            <a:avLst/>
          </a:prstGeom>
          <a:solidFill>
            <a:schemeClr val="accent2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16" name="sp"/>
          <p:cNvSpPr/>
          <p:nvPr/>
        </p:nvSpPr>
        <p:spPr>
          <a:xfrm>
            <a:off x="5219700" y="7905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bevel</a:t>
            </a:r>
          </a:p>
        </p:txBody>
      </p:sp>
      <p:sp>
        <p:nvSpPr>
          <p:cNvPr id="117" name="frame"/>
          <p:cNvSpPr/>
          <p:nvPr/>
        </p:nvSpPr>
        <p:spPr>
          <a:xfrm>
            <a:off x="6067425" y="457200"/>
            <a:ext cx="476250" cy="323850"/>
          </a:xfrm>
          <a:prstGeom prst="frame">
            <a:avLst/>
          </a:prstGeom>
          <a:solidFill>
            <a:schemeClr val="accent3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18" name="sp"/>
          <p:cNvSpPr/>
          <p:nvPr/>
        </p:nvSpPr>
        <p:spPr>
          <a:xfrm>
            <a:off x="5943600" y="7905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frame</a:t>
            </a:r>
          </a:p>
        </p:txBody>
      </p:sp>
      <p:sp>
        <p:nvSpPr>
          <p:cNvPr id="119" name="halfFrame"/>
          <p:cNvSpPr/>
          <p:nvPr/>
        </p:nvSpPr>
        <p:spPr>
          <a:xfrm>
            <a:off x="6791325" y="457200"/>
            <a:ext cx="476250" cy="323850"/>
          </a:xfrm>
          <a:prstGeom prst="halfFrame">
            <a:avLst/>
          </a:prstGeom>
          <a:solidFill>
            <a:schemeClr val="accent4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20" name="sp"/>
          <p:cNvSpPr/>
          <p:nvPr/>
        </p:nvSpPr>
        <p:spPr>
          <a:xfrm>
            <a:off x="6667500" y="7905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halfFrame</a:t>
            </a:r>
          </a:p>
        </p:txBody>
      </p:sp>
      <p:sp>
        <p:nvSpPr>
          <p:cNvPr id="121" name="corner"/>
          <p:cNvSpPr/>
          <p:nvPr/>
        </p:nvSpPr>
        <p:spPr>
          <a:xfrm>
            <a:off x="7515225" y="457200"/>
            <a:ext cx="476250" cy="323850"/>
          </a:xfrm>
          <a:prstGeom prst="corner">
            <a:avLst/>
          </a:prstGeom>
          <a:solidFill>
            <a:schemeClr val="accent5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22" name="sp"/>
          <p:cNvSpPr/>
          <p:nvPr/>
        </p:nvSpPr>
        <p:spPr>
          <a:xfrm>
            <a:off x="7391400" y="7905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corner</a:t>
            </a:r>
          </a:p>
        </p:txBody>
      </p:sp>
      <p:sp>
        <p:nvSpPr>
          <p:cNvPr id="123" name="diagStripe"/>
          <p:cNvSpPr/>
          <p:nvPr/>
        </p:nvSpPr>
        <p:spPr>
          <a:xfrm>
            <a:off x="8239125" y="457200"/>
            <a:ext cx="476250" cy="323850"/>
          </a:xfrm>
          <a:prstGeom prst="diagStripe">
            <a:avLst/>
          </a:prstGeom>
          <a:solidFill>
            <a:schemeClr val="accent6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24" name="sp"/>
          <p:cNvSpPr/>
          <p:nvPr/>
        </p:nvSpPr>
        <p:spPr>
          <a:xfrm>
            <a:off x="8115300" y="7905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diagStripe</a:t>
            </a:r>
          </a:p>
        </p:txBody>
      </p:sp>
      <p:sp>
        <p:nvSpPr>
          <p:cNvPr id="125" name="foldedCorner"/>
          <p:cNvSpPr/>
          <p:nvPr/>
        </p:nvSpPr>
        <p:spPr>
          <a:xfrm>
            <a:off x="8963025" y="457200"/>
            <a:ext cx="476250" cy="323850"/>
          </a:xfrm>
          <a:prstGeom prst="foldedCorner">
            <a:avLst/>
          </a:prstGeom>
          <a:solidFill>
            <a:schemeClr val="accent1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26" name="sp"/>
          <p:cNvSpPr/>
          <p:nvPr/>
        </p:nvSpPr>
        <p:spPr>
          <a:xfrm>
            <a:off x="8839200" y="7905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foldedCorner</a:t>
            </a:r>
          </a:p>
        </p:txBody>
      </p:sp>
      <p:sp>
        <p:nvSpPr>
          <p:cNvPr id="127" name="ellipse"/>
          <p:cNvSpPr/>
          <p:nvPr/>
        </p:nvSpPr>
        <p:spPr>
          <a:xfrm>
            <a:off x="9686925" y="457200"/>
            <a:ext cx="476250" cy="32385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28" name="sp"/>
          <p:cNvSpPr/>
          <p:nvPr/>
        </p:nvSpPr>
        <p:spPr>
          <a:xfrm>
            <a:off x="9563100" y="7905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ellipse</a:t>
            </a:r>
          </a:p>
        </p:txBody>
      </p:sp>
      <p:sp>
        <p:nvSpPr>
          <p:cNvPr id="129" name="triangle"/>
          <p:cNvSpPr/>
          <p:nvPr/>
        </p:nvSpPr>
        <p:spPr>
          <a:xfrm>
            <a:off x="10410825" y="457200"/>
            <a:ext cx="476250" cy="323850"/>
          </a:xfrm>
          <a:prstGeom prst="triangle">
            <a:avLst/>
          </a:prstGeom>
          <a:solidFill>
            <a:schemeClr val="accent3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30" name="sp"/>
          <p:cNvSpPr/>
          <p:nvPr/>
        </p:nvSpPr>
        <p:spPr>
          <a:xfrm>
            <a:off x="10287000" y="7905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triangle</a:t>
            </a:r>
          </a:p>
        </p:txBody>
      </p:sp>
      <p:sp>
        <p:nvSpPr>
          <p:cNvPr id="131" name="rtTriangle"/>
          <p:cNvSpPr/>
          <p:nvPr/>
        </p:nvSpPr>
        <p:spPr>
          <a:xfrm>
            <a:off x="11134725" y="457200"/>
            <a:ext cx="476250" cy="323850"/>
          </a:xfrm>
          <a:prstGeom prst="rtTriangle">
            <a:avLst/>
          </a:prstGeom>
          <a:solidFill>
            <a:schemeClr val="accent4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32" name="sp"/>
          <p:cNvSpPr/>
          <p:nvPr/>
        </p:nvSpPr>
        <p:spPr>
          <a:xfrm>
            <a:off x="11010900" y="7905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rtTriangle</a:t>
            </a:r>
          </a:p>
        </p:txBody>
      </p:sp>
      <p:sp>
        <p:nvSpPr>
          <p:cNvPr id="133" name="diamond"/>
          <p:cNvSpPr/>
          <p:nvPr/>
        </p:nvSpPr>
        <p:spPr>
          <a:xfrm>
            <a:off x="276225" y="1047750"/>
            <a:ext cx="476250" cy="323850"/>
          </a:xfrm>
          <a:prstGeom prst="diamond">
            <a:avLst/>
          </a:prstGeom>
          <a:solidFill>
            <a:schemeClr val="accent5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34" name="sp"/>
          <p:cNvSpPr/>
          <p:nvPr/>
        </p:nvSpPr>
        <p:spPr>
          <a:xfrm>
            <a:off x="152400" y="13811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diamond</a:t>
            </a:r>
          </a:p>
        </p:txBody>
      </p:sp>
      <p:sp>
        <p:nvSpPr>
          <p:cNvPr id="135" name="parallelogram"/>
          <p:cNvSpPr/>
          <p:nvPr/>
        </p:nvSpPr>
        <p:spPr>
          <a:xfrm>
            <a:off x="1000125" y="1047750"/>
            <a:ext cx="476250" cy="323850"/>
          </a:xfrm>
          <a:prstGeom prst="parallelogram">
            <a:avLst/>
          </a:prstGeom>
          <a:solidFill>
            <a:schemeClr val="accent6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36" name="sp"/>
          <p:cNvSpPr/>
          <p:nvPr/>
        </p:nvSpPr>
        <p:spPr>
          <a:xfrm>
            <a:off x="876300" y="13811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parallelogram</a:t>
            </a:r>
          </a:p>
        </p:txBody>
      </p:sp>
      <p:sp>
        <p:nvSpPr>
          <p:cNvPr id="137" name="trapezoid"/>
          <p:cNvSpPr/>
          <p:nvPr/>
        </p:nvSpPr>
        <p:spPr>
          <a:xfrm>
            <a:off x="1724025" y="1047750"/>
            <a:ext cx="476250" cy="323850"/>
          </a:xfrm>
          <a:prstGeom prst="trapezoid">
            <a:avLst/>
          </a:prstGeom>
          <a:solidFill>
            <a:schemeClr val="accent1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38" name="sp"/>
          <p:cNvSpPr/>
          <p:nvPr/>
        </p:nvSpPr>
        <p:spPr>
          <a:xfrm>
            <a:off x="1600200" y="13811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trapezoid</a:t>
            </a:r>
          </a:p>
        </p:txBody>
      </p:sp>
      <p:sp>
        <p:nvSpPr>
          <p:cNvPr id="139" name="pentagon"/>
          <p:cNvSpPr/>
          <p:nvPr/>
        </p:nvSpPr>
        <p:spPr>
          <a:xfrm>
            <a:off x="2447925" y="1047750"/>
            <a:ext cx="476250" cy="323850"/>
          </a:xfrm>
          <a:prstGeom prst="pentagon">
            <a:avLst/>
          </a:prstGeom>
          <a:solidFill>
            <a:schemeClr val="accent2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40" name="sp"/>
          <p:cNvSpPr/>
          <p:nvPr/>
        </p:nvSpPr>
        <p:spPr>
          <a:xfrm>
            <a:off x="2324100" y="13811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pentagon</a:t>
            </a:r>
          </a:p>
        </p:txBody>
      </p:sp>
      <p:sp>
        <p:nvSpPr>
          <p:cNvPr id="141" name="hexagon"/>
          <p:cNvSpPr/>
          <p:nvPr/>
        </p:nvSpPr>
        <p:spPr>
          <a:xfrm>
            <a:off x="3171825" y="1047750"/>
            <a:ext cx="476250" cy="323850"/>
          </a:xfrm>
          <a:prstGeom prst="hexagon">
            <a:avLst/>
          </a:prstGeom>
          <a:solidFill>
            <a:schemeClr val="accent3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42" name="sp"/>
          <p:cNvSpPr/>
          <p:nvPr/>
        </p:nvSpPr>
        <p:spPr>
          <a:xfrm>
            <a:off x="3048000" y="13811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hexagon</a:t>
            </a:r>
          </a:p>
        </p:txBody>
      </p:sp>
      <p:sp>
        <p:nvSpPr>
          <p:cNvPr id="143" name="heptagon"/>
          <p:cNvSpPr/>
          <p:nvPr/>
        </p:nvSpPr>
        <p:spPr>
          <a:xfrm>
            <a:off x="3895725" y="1047750"/>
            <a:ext cx="476250" cy="323850"/>
          </a:xfrm>
          <a:prstGeom prst="heptagon">
            <a:avLst/>
          </a:prstGeom>
          <a:solidFill>
            <a:schemeClr val="accent4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44" name="sp"/>
          <p:cNvSpPr/>
          <p:nvPr/>
        </p:nvSpPr>
        <p:spPr>
          <a:xfrm>
            <a:off x="3771900" y="13811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heptagon</a:t>
            </a:r>
          </a:p>
        </p:txBody>
      </p:sp>
      <p:sp>
        <p:nvSpPr>
          <p:cNvPr id="145" name="octagon"/>
          <p:cNvSpPr/>
          <p:nvPr/>
        </p:nvSpPr>
        <p:spPr>
          <a:xfrm>
            <a:off x="4619625" y="1047750"/>
            <a:ext cx="476250" cy="323850"/>
          </a:xfrm>
          <a:prstGeom prst="octagon">
            <a:avLst/>
          </a:prstGeom>
          <a:solidFill>
            <a:schemeClr val="accent5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46" name="sp"/>
          <p:cNvSpPr/>
          <p:nvPr/>
        </p:nvSpPr>
        <p:spPr>
          <a:xfrm>
            <a:off x="4495800" y="13811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octagon</a:t>
            </a:r>
          </a:p>
        </p:txBody>
      </p:sp>
      <p:sp>
        <p:nvSpPr>
          <p:cNvPr id="147" name="decagon"/>
          <p:cNvSpPr/>
          <p:nvPr/>
        </p:nvSpPr>
        <p:spPr>
          <a:xfrm>
            <a:off x="5343525" y="1047750"/>
            <a:ext cx="476250" cy="323850"/>
          </a:xfrm>
          <a:prstGeom prst="decagon">
            <a:avLst/>
          </a:prstGeom>
          <a:solidFill>
            <a:schemeClr val="accent6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48" name="sp"/>
          <p:cNvSpPr/>
          <p:nvPr/>
        </p:nvSpPr>
        <p:spPr>
          <a:xfrm>
            <a:off x="5219700" y="13811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decagon</a:t>
            </a:r>
          </a:p>
        </p:txBody>
      </p:sp>
      <p:sp>
        <p:nvSpPr>
          <p:cNvPr id="149" name="homePlate"/>
          <p:cNvSpPr/>
          <p:nvPr/>
        </p:nvSpPr>
        <p:spPr>
          <a:xfrm>
            <a:off x="6067425" y="1047750"/>
            <a:ext cx="476250" cy="323850"/>
          </a:xfrm>
          <a:prstGeom prst="homePlate">
            <a:avLst/>
          </a:prstGeom>
          <a:solidFill>
            <a:schemeClr val="accent1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50" name="sp"/>
          <p:cNvSpPr/>
          <p:nvPr/>
        </p:nvSpPr>
        <p:spPr>
          <a:xfrm>
            <a:off x="5943600" y="13811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homePlate</a:t>
            </a:r>
          </a:p>
        </p:txBody>
      </p:sp>
      <p:sp>
        <p:nvSpPr>
          <p:cNvPr id="151" name="chevron"/>
          <p:cNvSpPr/>
          <p:nvPr/>
        </p:nvSpPr>
        <p:spPr>
          <a:xfrm>
            <a:off x="6791325" y="1047750"/>
            <a:ext cx="476250" cy="323850"/>
          </a:xfrm>
          <a:prstGeom prst="chevron">
            <a:avLst/>
          </a:prstGeom>
          <a:solidFill>
            <a:schemeClr val="accent2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52" name="sp"/>
          <p:cNvSpPr/>
          <p:nvPr/>
        </p:nvSpPr>
        <p:spPr>
          <a:xfrm>
            <a:off x="6667500" y="13811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chevron</a:t>
            </a:r>
          </a:p>
        </p:txBody>
      </p:sp>
      <p:sp>
        <p:nvSpPr>
          <p:cNvPr id="153" name="plus"/>
          <p:cNvSpPr/>
          <p:nvPr/>
        </p:nvSpPr>
        <p:spPr>
          <a:xfrm>
            <a:off x="7515225" y="1047750"/>
            <a:ext cx="476250" cy="323850"/>
          </a:xfrm>
          <a:prstGeom prst="plus">
            <a:avLst/>
          </a:prstGeom>
          <a:solidFill>
            <a:schemeClr val="accent3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54" name="sp"/>
          <p:cNvSpPr/>
          <p:nvPr/>
        </p:nvSpPr>
        <p:spPr>
          <a:xfrm>
            <a:off x="7391400" y="13811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plus</a:t>
            </a:r>
          </a:p>
        </p:txBody>
      </p:sp>
      <p:sp>
        <p:nvSpPr>
          <p:cNvPr id="155" name="teardrop"/>
          <p:cNvSpPr/>
          <p:nvPr/>
        </p:nvSpPr>
        <p:spPr>
          <a:xfrm>
            <a:off x="8239125" y="1047750"/>
            <a:ext cx="476250" cy="323850"/>
          </a:xfrm>
          <a:prstGeom prst="teardrop">
            <a:avLst/>
          </a:prstGeom>
          <a:solidFill>
            <a:schemeClr val="accent4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56" name="sp"/>
          <p:cNvSpPr/>
          <p:nvPr/>
        </p:nvSpPr>
        <p:spPr>
          <a:xfrm>
            <a:off x="8115300" y="13811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teardrop</a:t>
            </a:r>
          </a:p>
        </p:txBody>
      </p:sp>
      <p:sp>
        <p:nvSpPr>
          <p:cNvPr id="157" name="can"/>
          <p:cNvSpPr/>
          <p:nvPr/>
        </p:nvSpPr>
        <p:spPr>
          <a:xfrm>
            <a:off x="8963025" y="1047750"/>
            <a:ext cx="476250" cy="323850"/>
          </a:xfrm>
          <a:prstGeom prst="can">
            <a:avLst/>
          </a:prstGeom>
          <a:solidFill>
            <a:schemeClr val="accent5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58" name="sp"/>
          <p:cNvSpPr/>
          <p:nvPr/>
        </p:nvSpPr>
        <p:spPr>
          <a:xfrm>
            <a:off x="8839200" y="13811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can</a:t>
            </a:r>
          </a:p>
        </p:txBody>
      </p:sp>
      <p:sp>
        <p:nvSpPr>
          <p:cNvPr id="159" name="cube"/>
          <p:cNvSpPr/>
          <p:nvPr/>
        </p:nvSpPr>
        <p:spPr>
          <a:xfrm>
            <a:off x="9686925" y="1047750"/>
            <a:ext cx="476250" cy="323850"/>
          </a:xfrm>
          <a:prstGeom prst="cube">
            <a:avLst/>
          </a:prstGeom>
          <a:solidFill>
            <a:schemeClr val="accent6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60" name="sp"/>
          <p:cNvSpPr/>
          <p:nvPr/>
        </p:nvSpPr>
        <p:spPr>
          <a:xfrm>
            <a:off x="9563100" y="13811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cube</a:t>
            </a:r>
          </a:p>
        </p:txBody>
      </p:sp>
      <p:sp>
        <p:nvSpPr>
          <p:cNvPr id="161" name="donut"/>
          <p:cNvSpPr/>
          <p:nvPr/>
        </p:nvSpPr>
        <p:spPr>
          <a:xfrm>
            <a:off x="10410825" y="1047750"/>
            <a:ext cx="476250" cy="323850"/>
          </a:xfrm>
          <a:prstGeom prst="donut">
            <a:avLst/>
          </a:prstGeom>
          <a:solidFill>
            <a:schemeClr val="accent1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62" name="sp"/>
          <p:cNvSpPr/>
          <p:nvPr/>
        </p:nvSpPr>
        <p:spPr>
          <a:xfrm>
            <a:off x="10287000" y="13811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donut</a:t>
            </a:r>
          </a:p>
        </p:txBody>
      </p:sp>
      <p:sp>
        <p:nvSpPr>
          <p:cNvPr id="163" name="noSmoking"/>
          <p:cNvSpPr/>
          <p:nvPr/>
        </p:nvSpPr>
        <p:spPr>
          <a:xfrm>
            <a:off x="11134725" y="1047750"/>
            <a:ext cx="476250" cy="323850"/>
          </a:xfrm>
          <a:prstGeom prst="noSmoking">
            <a:avLst/>
          </a:prstGeom>
          <a:solidFill>
            <a:schemeClr val="accent2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64" name="sp"/>
          <p:cNvSpPr/>
          <p:nvPr/>
        </p:nvSpPr>
        <p:spPr>
          <a:xfrm>
            <a:off x="11010900" y="13811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noSmoking</a:t>
            </a:r>
          </a:p>
        </p:txBody>
      </p:sp>
      <p:sp>
        <p:nvSpPr>
          <p:cNvPr id="165" name="pie"/>
          <p:cNvSpPr/>
          <p:nvPr/>
        </p:nvSpPr>
        <p:spPr>
          <a:xfrm>
            <a:off x="276225" y="1638300"/>
            <a:ext cx="476250" cy="323850"/>
          </a:xfrm>
          <a:prstGeom prst="pie">
            <a:avLst/>
          </a:prstGeom>
          <a:solidFill>
            <a:schemeClr val="accent3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66" name="sp"/>
          <p:cNvSpPr/>
          <p:nvPr/>
        </p:nvSpPr>
        <p:spPr>
          <a:xfrm>
            <a:off x="152400" y="19716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pie</a:t>
            </a:r>
          </a:p>
        </p:txBody>
      </p:sp>
      <p:sp>
        <p:nvSpPr>
          <p:cNvPr id="167" name="chord"/>
          <p:cNvSpPr/>
          <p:nvPr/>
        </p:nvSpPr>
        <p:spPr>
          <a:xfrm>
            <a:off x="1000125" y="1638300"/>
            <a:ext cx="476250" cy="323850"/>
          </a:xfrm>
          <a:prstGeom prst="chord">
            <a:avLst/>
          </a:prstGeom>
          <a:solidFill>
            <a:schemeClr val="accent4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68" name="sp"/>
          <p:cNvSpPr/>
          <p:nvPr/>
        </p:nvSpPr>
        <p:spPr>
          <a:xfrm>
            <a:off x="876300" y="19716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chord</a:t>
            </a:r>
          </a:p>
        </p:txBody>
      </p:sp>
      <p:sp>
        <p:nvSpPr>
          <p:cNvPr id="169" name="blockArc"/>
          <p:cNvSpPr/>
          <p:nvPr/>
        </p:nvSpPr>
        <p:spPr>
          <a:xfrm>
            <a:off x="1724025" y="1638300"/>
            <a:ext cx="476250" cy="323850"/>
          </a:xfrm>
          <a:prstGeom prst="blockArc">
            <a:avLst/>
          </a:prstGeom>
          <a:solidFill>
            <a:schemeClr val="accent5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70" name="sp"/>
          <p:cNvSpPr/>
          <p:nvPr/>
        </p:nvSpPr>
        <p:spPr>
          <a:xfrm>
            <a:off x="1600200" y="19716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blockArc</a:t>
            </a:r>
          </a:p>
        </p:txBody>
      </p:sp>
      <p:sp>
        <p:nvSpPr>
          <p:cNvPr id="171" name="cloud"/>
          <p:cNvSpPr/>
          <p:nvPr/>
        </p:nvSpPr>
        <p:spPr>
          <a:xfrm>
            <a:off x="2447925" y="1638300"/>
            <a:ext cx="476250" cy="323850"/>
          </a:xfrm>
          <a:prstGeom prst="cloud">
            <a:avLst/>
          </a:prstGeom>
          <a:solidFill>
            <a:schemeClr val="accent6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72" name="sp"/>
          <p:cNvSpPr/>
          <p:nvPr/>
        </p:nvSpPr>
        <p:spPr>
          <a:xfrm>
            <a:off x="2324100" y="19716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cloud</a:t>
            </a:r>
          </a:p>
        </p:txBody>
      </p:sp>
      <p:sp>
        <p:nvSpPr>
          <p:cNvPr id="173" name="heart"/>
          <p:cNvSpPr/>
          <p:nvPr/>
        </p:nvSpPr>
        <p:spPr>
          <a:xfrm>
            <a:off x="3171825" y="1638300"/>
            <a:ext cx="476250" cy="323850"/>
          </a:xfrm>
          <a:prstGeom prst="heart">
            <a:avLst/>
          </a:prstGeom>
          <a:solidFill>
            <a:schemeClr val="accent1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74" name="sp"/>
          <p:cNvSpPr/>
          <p:nvPr/>
        </p:nvSpPr>
        <p:spPr>
          <a:xfrm>
            <a:off x="3048000" y="19716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heart</a:t>
            </a:r>
          </a:p>
        </p:txBody>
      </p:sp>
      <p:sp>
        <p:nvSpPr>
          <p:cNvPr id="175" name="lightningBolt"/>
          <p:cNvSpPr/>
          <p:nvPr/>
        </p:nvSpPr>
        <p:spPr>
          <a:xfrm>
            <a:off x="3895725" y="1638300"/>
            <a:ext cx="476250" cy="323850"/>
          </a:xfrm>
          <a:prstGeom prst="lightningBolt">
            <a:avLst/>
          </a:prstGeom>
          <a:solidFill>
            <a:schemeClr val="accent2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76" name="sp"/>
          <p:cNvSpPr/>
          <p:nvPr/>
        </p:nvSpPr>
        <p:spPr>
          <a:xfrm>
            <a:off x="3771900" y="19716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lightningBolt</a:t>
            </a:r>
          </a:p>
        </p:txBody>
      </p:sp>
      <p:sp>
        <p:nvSpPr>
          <p:cNvPr id="177" name="sun"/>
          <p:cNvSpPr/>
          <p:nvPr/>
        </p:nvSpPr>
        <p:spPr>
          <a:xfrm>
            <a:off x="4619625" y="1638300"/>
            <a:ext cx="476250" cy="323850"/>
          </a:xfrm>
          <a:prstGeom prst="sun">
            <a:avLst/>
          </a:prstGeom>
          <a:solidFill>
            <a:schemeClr val="accent3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78" name="sp"/>
          <p:cNvSpPr/>
          <p:nvPr/>
        </p:nvSpPr>
        <p:spPr>
          <a:xfrm>
            <a:off x="4495800" y="19716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sun</a:t>
            </a:r>
          </a:p>
        </p:txBody>
      </p:sp>
      <p:sp>
        <p:nvSpPr>
          <p:cNvPr id="179" name="moon"/>
          <p:cNvSpPr/>
          <p:nvPr/>
        </p:nvSpPr>
        <p:spPr>
          <a:xfrm>
            <a:off x="5343525" y="1638300"/>
            <a:ext cx="476250" cy="323850"/>
          </a:xfrm>
          <a:prstGeom prst="moon">
            <a:avLst/>
          </a:prstGeom>
          <a:solidFill>
            <a:schemeClr val="accent4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80" name="sp"/>
          <p:cNvSpPr/>
          <p:nvPr/>
        </p:nvSpPr>
        <p:spPr>
          <a:xfrm>
            <a:off x="5219700" y="19716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moon</a:t>
            </a:r>
          </a:p>
        </p:txBody>
      </p:sp>
      <p:sp>
        <p:nvSpPr>
          <p:cNvPr id="181" name="smileyFace"/>
          <p:cNvSpPr/>
          <p:nvPr/>
        </p:nvSpPr>
        <p:spPr>
          <a:xfrm>
            <a:off x="6067425" y="1638300"/>
            <a:ext cx="476250" cy="323850"/>
          </a:xfrm>
          <a:prstGeom prst="smileyFace">
            <a:avLst/>
          </a:prstGeom>
          <a:solidFill>
            <a:schemeClr val="accent5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82" name="sp"/>
          <p:cNvSpPr/>
          <p:nvPr/>
        </p:nvSpPr>
        <p:spPr>
          <a:xfrm>
            <a:off x="5943600" y="19716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smileyFace</a:t>
            </a:r>
          </a:p>
        </p:txBody>
      </p:sp>
      <p:sp>
        <p:nvSpPr>
          <p:cNvPr id="183" name="irregularSeal1"/>
          <p:cNvSpPr/>
          <p:nvPr/>
        </p:nvSpPr>
        <p:spPr>
          <a:xfrm>
            <a:off x="6791325" y="1638300"/>
            <a:ext cx="476250" cy="323850"/>
          </a:xfrm>
          <a:prstGeom prst="irregularSeal1">
            <a:avLst/>
          </a:prstGeom>
          <a:solidFill>
            <a:schemeClr val="accent6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84" name="sp"/>
          <p:cNvSpPr/>
          <p:nvPr/>
        </p:nvSpPr>
        <p:spPr>
          <a:xfrm>
            <a:off x="6667500" y="19716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irregularSeal1</a:t>
            </a:r>
          </a:p>
        </p:txBody>
      </p:sp>
      <p:sp>
        <p:nvSpPr>
          <p:cNvPr id="185" name="gear6"/>
          <p:cNvSpPr/>
          <p:nvPr/>
        </p:nvSpPr>
        <p:spPr>
          <a:xfrm>
            <a:off x="7515225" y="1638300"/>
            <a:ext cx="476250" cy="323850"/>
          </a:xfrm>
          <a:prstGeom prst="gear6">
            <a:avLst/>
          </a:prstGeom>
          <a:solidFill>
            <a:schemeClr val="accent1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86" name="sp"/>
          <p:cNvSpPr/>
          <p:nvPr/>
        </p:nvSpPr>
        <p:spPr>
          <a:xfrm>
            <a:off x="7391400" y="19716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gear6</a:t>
            </a:r>
          </a:p>
        </p:txBody>
      </p:sp>
      <p:sp>
        <p:nvSpPr>
          <p:cNvPr id="187" name="funnel"/>
          <p:cNvSpPr/>
          <p:nvPr/>
        </p:nvSpPr>
        <p:spPr>
          <a:xfrm>
            <a:off x="8239125" y="1638300"/>
            <a:ext cx="476250" cy="323850"/>
          </a:xfrm>
          <a:prstGeom prst="funnel">
            <a:avLst/>
          </a:prstGeom>
          <a:solidFill>
            <a:schemeClr val="accent2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88" name="sp"/>
          <p:cNvSpPr/>
          <p:nvPr/>
        </p:nvSpPr>
        <p:spPr>
          <a:xfrm>
            <a:off x="8115300" y="19716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funnel</a:t>
            </a:r>
          </a:p>
        </p:txBody>
      </p:sp>
      <p:sp>
        <p:nvSpPr>
          <p:cNvPr id="189" name="star4"/>
          <p:cNvSpPr/>
          <p:nvPr/>
        </p:nvSpPr>
        <p:spPr>
          <a:xfrm>
            <a:off x="8963025" y="1638300"/>
            <a:ext cx="476250" cy="323850"/>
          </a:xfrm>
          <a:prstGeom prst="star4">
            <a:avLst/>
          </a:prstGeom>
          <a:solidFill>
            <a:schemeClr val="accent3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90" name="sp"/>
          <p:cNvSpPr/>
          <p:nvPr/>
        </p:nvSpPr>
        <p:spPr>
          <a:xfrm>
            <a:off x="8839200" y="19716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star4</a:t>
            </a:r>
          </a:p>
        </p:txBody>
      </p:sp>
      <p:sp>
        <p:nvSpPr>
          <p:cNvPr id="191" name="star5"/>
          <p:cNvSpPr/>
          <p:nvPr/>
        </p:nvSpPr>
        <p:spPr>
          <a:xfrm>
            <a:off x="9686925" y="1638300"/>
            <a:ext cx="476250" cy="323850"/>
          </a:xfrm>
          <a:prstGeom prst="star5">
            <a:avLst/>
          </a:prstGeom>
          <a:solidFill>
            <a:schemeClr val="accent4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92" name="sp"/>
          <p:cNvSpPr/>
          <p:nvPr/>
        </p:nvSpPr>
        <p:spPr>
          <a:xfrm>
            <a:off x="9563100" y="19716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star5</a:t>
            </a:r>
          </a:p>
        </p:txBody>
      </p:sp>
      <p:sp>
        <p:nvSpPr>
          <p:cNvPr id="193" name="star6"/>
          <p:cNvSpPr/>
          <p:nvPr/>
        </p:nvSpPr>
        <p:spPr>
          <a:xfrm>
            <a:off x="10410825" y="1638300"/>
            <a:ext cx="476250" cy="323850"/>
          </a:xfrm>
          <a:prstGeom prst="star6">
            <a:avLst/>
          </a:prstGeom>
          <a:solidFill>
            <a:schemeClr val="accent5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94" name="sp"/>
          <p:cNvSpPr/>
          <p:nvPr/>
        </p:nvSpPr>
        <p:spPr>
          <a:xfrm>
            <a:off x="10287000" y="19716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star6</a:t>
            </a:r>
          </a:p>
        </p:txBody>
      </p:sp>
      <p:sp>
        <p:nvSpPr>
          <p:cNvPr id="195" name="star8"/>
          <p:cNvSpPr/>
          <p:nvPr/>
        </p:nvSpPr>
        <p:spPr>
          <a:xfrm>
            <a:off x="11134725" y="1638300"/>
            <a:ext cx="476250" cy="323850"/>
          </a:xfrm>
          <a:prstGeom prst="star8">
            <a:avLst/>
          </a:prstGeom>
          <a:solidFill>
            <a:schemeClr val="accent6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96" name="sp"/>
          <p:cNvSpPr/>
          <p:nvPr/>
        </p:nvSpPr>
        <p:spPr>
          <a:xfrm>
            <a:off x="11010900" y="19716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star8</a:t>
            </a:r>
          </a:p>
        </p:txBody>
      </p:sp>
      <p:sp>
        <p:nvSpPr>
          <p:cNvPr id="197" name="star12"/>
          <p:cNvSpPr/>
          <p:nvPr/>
        </p:nvSpPr>
        <p:spPr>
          <a:xfrm>
            <a:off x="276225" y="2228850"/>
            <a:ext cx="476250" cy="323850"/>
          </a:xfrm>
          <a:prstGeom prst="star12">
            <a:avLst/>
          </a:prstGeom>
          <a:solidFill>
            <a:schemeClr val="accent1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98" name="sp"/>
          <p:cNvSpPr/>
          <p:nvPr/>
        </p:nvSpPr>
        <p:spPr>
          <a:xfrm>
            <a:off x="152400" y="25622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star12</a:t>
            </a:r>
          </a:p>
        </p:txBody>
      </p:sp>
      <p:sp>
        <p:nvSpPr>
          <p:cNvPr id="199" name="star24"/>
          <p:cNvSpPr/>
          <p:nvPr/>
        </p:nvSpPr>
        <p:spPr>
          <a:xfrm>
            <a:off x="1000125" y="2228850"/>
            <a:ext cx="476250" cy="323850"/>
          </a:xfrm>
          <a:prstGeom prst="star24">
            <a:avLst/>
          </a:prstGeom>
          <a:solidFill>
            <a:schemeClr val="accent2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00" name="sp"/>
          <p:cNvSpPr/>
          <p:nvPr/>
        </p:nvSpPr>
        <p:spPr>
          <a:xfrm>
            <a:off x="876300" y="25622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star24</a:t>
            </a:r>
          </a:p>
        </p:txBody>
      </p:sp>
      <p:sp>
        <p:nvSpPr>
          <p:cNvPr id="201" name="rightArrow"/>
          <p:cNvSpPr/>
          <p:nvPr/>
        </p:nvSpPr>
        <p:spPr>
          <a:xfrm>
            <a:off x="1724025" y="2228850"/>
            <a:ext cx="476250" cy="323850"/>
          </a:xfrm>
          <a:prstGeom prst="rightArrow">
            <a:avLst/>
          </a:prstGeom>
          <a:solidFill>
            <a:schemeClr val="accent3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02" name="sp"/>
          <p:cNvSpPr/>
          <p:nvPr/>
        </p:nvSpPr>
        <p:spPr>
          <a:xfrm>
            <a:off x="1600200" y="25622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rightArrow</a:t>
            </a:r>
          </a:p>
        </p:txBody>
      </p:sp>
      <p:sp>
        <p:nvSpPr>
          <p:cNvPr id="203" name="leftRightArrow"/>
          <p:cNvSpPr/>
          <p:nvPr/>
        </p:nvSpPr>
        <p:spPr>
          <a:xfrm>
            <a:off x="2447925" y="2228850"/>
            <a:ext cx="476250" cy="323850"/>
          </a:xfrm>
          <a:prstGeom prst="leftRightArrow">
            <a:avLst/>
          </a:prstGeom>
          <a:solidFill>
            <a:schemeClr val="accent4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04" name="sp"/>
          <p:cNvSpPr/>
          <p:nvPr/>
        </p:nvSpPr>
        <p:spPr>
          <a:xfrm>
            <a:off x="2324100" y="25622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leftRightArrow</a:t>
            </a:r>
          </a:p>
        </p:txBody>
      </p:sp>
      <p:sp>
        <p:nvSpPr>
          <p:cNvPr id="205" name="upDownArrow"/>
          <p:cNvSpPr/>
          <p:nvPr/>
        </p:nvSpPr>
        <p:spPr>
          <a:xfrm>
            <a:off x="3171825" y="2228850"/>
            <a:ext cx="476250" cy="323850"/>
          </a:xfrm>
          <a:prstGeom prst="upDownArrow">
            <a:avLst/>
          </a:prstGeom>
          <a:solidFill>
            <a:schemeClr val="accent5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06" name="sp"/>
          <p:cNvSpPr/>
          <p:nvPr/>
        </p:nvSpPr>
        <p:spPr>
          <a:xfrm>
            <a:off x="3048000" y="25622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upDownArrow</a:t>
            </a:r>
          </a:p>
        </p:txBody>
      </p:sp>
      <p:sp>
        <p:nvSpPr>
          <p:cNvPr id="207" name="quadArrow"/>
          <p:cNvSpPr/>
          <p:nvPr/>
        </p:nvSpPr>
        <p:spPr>
          <a:xfrm>
            <a:off x="3895725" y="2228850"/>
            <a:ext cx="476250" cy="323850"/>
          </a:xfrm>
          <a:prstGeom prst="quadArrow">
            <a:avLst/>
          </a:prstGeom>
          <a:solidFill>
            <a:schemeClr val="accent6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08" name="sp"/>
          <p:cNvSpPr/>
          <p:nvPr/>
        </p:nvSpPr>
        <p:spPr>
          <a:xfrm>
            <a:off x="3771900" y="25622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quadArrow</a:t>
            </a:r>
          </a:p>
        </p:txBody>
      </p:sp>
      <p:sp>
        <p:nvSpPr>
          <p:cNvPr id="209" name="bentArrow"/>
          <p:cNvSpPr/>
          <p:nvPr/>
        </p:nvSpPr>
        <p:spPr>
          <a:xfrm>
            <a:off x="4619625" y="2228850"/>
            <a:ext cx="476250" cy="323850"/>
          </a:xfrm>
          <a:prstGeom prst="bentArrow">
            <a:avLst/>
          </a:prstGeom>
          <a:solidFill>
            <a:schemeClr val="accent1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10" name="sp"/>
          <p:cNvSpPr/>
          <p:nvPr/>
        </p:nvSpPr>
        <p:spPr>
          <a:xfrm>
            <a:off x="4495800" y="25622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bentArrow</a:t>
            </a:r>
          </a:p>
        </p:txBody>
      </p:sp>
      <p:sp>
        <p:nvSpPr>
          <p:cNvPr id="211" name="uturnArrow"/>
          <p:cNvSpPr/>
          <p:nvPr/>
        </p:nvSpPr>
        <p:spPr>
          <a:xfrm>
            <a:off x="5343525" y="2228850"/>
            <a:ext cx="476250" cy="323850"/>
          </a:xfrm>
          <a:prstGeom prst="uturnArrow">
            <a:avLst/>
          </a:prstGeom>
          <a:solidFill>
            <a:schemeClr val="accent2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12" name="sp"/>
          <p:cNvSpPr/>
          <p:nvPr/>
        </p:nvSpPr>
        <p:spPr>
          <a:xfrm>
            <a:off x="5219700" y="25622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uturnArrow</a:t>
            </a:r>
          </a:p>
        </p:txBody>
      </p:sp>
      <p:sp>
        <p:nvSpPr>
          <p:cNvPr id="213" name="curvedRightArrow"/>
          <p:cNvSpPr/>
          <p:nvPr/>
        </p:nvSpPr>
        <p:spPr>
          <a:xfrm>
            <a:off x="6067425" y="2228850"/>
            <a:ext cx="476250" cy="323850"/>
          </a:xfrm>
          <a:prstGeom prst="curvedRightArrow">
            <a:avLst/>
          </a:prstGeom>
          <a:solidFill>
            <a:schemeClr val="accent3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14" name="sp"/>
          <p:cNvSpPr/>
          <p:nvPr/>
        </p:nvSpPr>
        <p:spPr>
          <a:xfrm>
            <a:off x="5943600" y="25622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curvedRightArrow</a:t>
            </a:r>
          </a:p>
        </p:txBody>
      </p:sp>
      <p:sp>
        <p:nvSpPr>
          <p:cNvPr id="215" name="curvedUpArrow"/>
          <p:cNvSpPr/>
          <p:nvPr/>
        </p:nvSpPr>
        <p:spPr>
          <a:xfrm>
            <a:off x="6791325" y="2228850"/>
            <a:ext cx="476250" cy="323850"/>
          </a:xfrm>
          <a:prstGeom prst="curvedUpArrow">
            <a:avLst/>
          </a:prstGeom>
          <a:solidFill>
            <a:schemeClr val="accent4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16" name="sp"/>
          <p:cNvSpPr/>
          <p:nvPr/>
        </p:nvSpPr>
        <p:spPr>
          <a:xfrm>
            <a:off x="6667500" y="25622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curvedUpArrow</a:t>
            </a:r>
          </a:p>
        </p:txBody>
      </p:sp>
      <p:sp>
        <p:nvSpPr>
          <p:cNvPr id="217" name="stripedRightArrow"/>
          <p:cNvSpPr/>
          <p:nvPr/>
        </p:nvSpPr>
        <p:spPr>
          <a:xfrm>
            <a:off x="7515225" y="2228850"/>
            <a:ext cx="476250" cy="323850"/>
          </a:xfrm>
          <a:prstGeom prst="stripedRightArrow">
            <a:avLst/>
          </a:prstGeom>
          <a:solidFill>
            <a:schemeClr val="accent5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18" name="sp"/>
          <p:cNvSpPr/>
          <p:nvPr/>
        </p:nvSpPr>
        <p:spPr>
          <a:xfrm>
            <a:off x="7391400" y="25622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stripedRightArrow</a:t>
            </a:r>
          </a:p>
        </p:txBody>
      </p:sp>
      <p:sp>
        <p:nvSpPr>
          <p:cNvPr id="219" name="notchedRightArrow"/>
          <p:cNvSpPr/>
          <p:nvPr/>
        </p:nvSpPr>
        <p:spPr>
          <a:xfrm>
            <a:off x="8239125" y="2228850"/>
            <a:ext cx="476250" cy="323850"/>
          </a:xfrm>
          <a:prstGeom prst="notchedRightArrow">
            <a:avLst/>
          </a:prstGeom>
          <a:solidFill>
            <a:schemeClr val="accent6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20" name="sp"/>
          <p:cNvSpPr/>
          <p:nvPr/>
        </p:nvSpPr>
        <p:spPr>
          <a:xfrm>
            <a:off x="8115300" y="25622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notchedRightArrow</a:t>
            </a:r>
          </a:p>
        </p:txBody>
      </p:sp>
      <p:sp>
        <p:nvSpPr>
          <p:cNvPr id="221" name="circularArrow"/>
          <p:cNvSpPr/>
          <p:nvPr/>
        </p:nvSpPr>
        <p:spPr>
          <a:xfrm>
            <a:off x="8963025" y="2228850"/>
            <a:ext cx="476250" cy="323850"/>
          </a:xfrm>
          <a:prstGeom prst="circularArrow">
            <a:avLst/>
          </a:prstGeom>
          <a:solidFill>
            <a:schemeClr val="accent1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22" name="sp"/>
          <p:cNvSpPr/>
          <p:nvPr/>
        </p:nvSpPr>
        <p:spPr>
          <a:xfrm>
            <a:off x="8839200" y="25622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circularArrow</a:t>
            </a:r>
          </a:p>
        </p:txBody>
      </p:sp>
      <p:sp>
        <p:nvSpPr>
          <p:cNvPr id="223" name="rightArrowCallout"/>
          <p:cNvSpPr/>
          <p:nvPr/>
        </p:nvSpPr>
        <p:spPr>
          <a:xfrm>
            <a:off x="9686925" y="2228850"/>
            <a:ext cx="476250" cy="323850"/>
          </a:xfrm>
          <a:prstGeom prst="rightArrowCallout">
            <a:avLst/>
          </a:prstGeom>
          <a:solidFill>
            <a:schemeClr val="accent2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24" name="sp"/>
          <p:cNvSpPr/>
          <p:nvPr/>
        </p:nvSpPr>
        <p:spPr>
          <a:xfrm>
            <a:off x="9563100" y="25622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rightArrowCallout</a:t>
            </a:r>
          </a:p>
        </p:txBody>
      </p:sp>
      <p:sp>
        <p:nvSpPr>
          <p:cNvPr id="225" name="leftRightArrowCallout"/>
          <p:cNvSpPr/>
          <p:nvPr/>
        </p:nvSpPr>
        <p:spPr>
          <a:xfrm>
            <a:off x="10410825" y="2228850"/>
            <a:ext cx="476250" cy="323850"/>
          </a:xfrm>
          <a:prstGeom prst="leftRightArrowCallout">
            <a:avLst/>
          </a:prstGeom>
          <a:solidFill>
            <a:schemeClr val="accent3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26" name="sp"/>
          <p:cNvSpPr/>
          <p:nvPr/>
        </p:nvSpPr>
        <p:spPr>
          <a:xfrm>
            <a:off x="10287000" y="25622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leftRightArrowCallout</a:t>
            </a:r>
          </a:p>
        </p:txBody>
      </p:sp>
      <p:sp>
        <p:nvSpPr>
          <p:cNvPr id="227" name="mathPlus"/>
          <p:cNvSpPr/>
          <p:nvPr/>
        </p:nvSpPr>
        <p:spPr>
          <a:xfrm>
            <a:off x="11134725" y="2228850"/>
            <a:ext cx="476250" cy="323850"/>
          </a:xfrm>
          <a:prstGeom prst="mathPlus">
            <a:avLst/>
          </a:prstGeom>
          <a:solidFill>
            <a:schemeClr val="accent4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28" name="sp"/>
          <p:cNvSpPr/>
          <p:nvPr/>
        </p:nvSpPr>
        <p:spPr>
          <a:xfrm>
            <a:off x="11010900" y="25622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mathPlus</a:t>
            </a:r>
          </a:p>
        </p:txBody>
      </p:sp>
      <p:sp>
        <p:nvSpPr>
          <p:cNvPr id="229" name="mathMultiply"/>
          <p:cNvSpPr/>
          <p:nvPr/>
        </p:nvSpPr>
        <p:spPr>
          <a:xfrm>
            <a:off x="276225" y="2819400"/>
            <a:ext cx="476250" cy="323850"/>
          </a:xfrm>
          <a:prstGeom prst="mathMultiply">
            <a:avLst/>
          </a:prstGeom>
          <a:solidFill>
            <a:schemeClr val="accent5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30" name="sp"/>
          <p:cNvSpPr/>
          <p:nvPr/>
        </p:nvSpPr>
        <p:spPr>
          <a:xfrm>
            <a:off x="152400" y="31527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mathMultiply</a:t>
            </a:r>
          </a:p>
        </p:txBody>
      </p:sp>
      <p:sp>
        <p:nvSpPr>
          <p:cNvPr id="231" name="mathDivide"/>
          <p:cNvSpPr/>
          <p:nvPr/>
        </p:nvSpPr>
        <p:spPr>
          <a:xfrm>
            <a:off x="1000125" y="2819400"/>
            <a:ext cx="476250" cy="323850"/>
          </a:xfrm>
          <a:prstGeom prst="mathDivide">
            <a:avLst/>
          </a:prstGeom>
          <a:solidFill>
            <a:schemeClr val="accent6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32" name="sp"/>
          <p:cNvSpPr/>
          <p:nvPr/>
        </p:nvSpPr>
        <p:spPr>
          <a:xfrm>
            <a:off x="876300" y="31527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mathDivide</a:t>
            </a:r>
          </a:p>
        </p:txBody>
      </p:sp>
      <p:sp>
        <p:nvSpPr>
          <p:cNvPr id="233" name="mathEqual"/>
          <p:cNvSpPr/>
          <p:nvPr/>
        </p:nvSpPr>
        <p:spPr>
          <a:xfrm>
            <a:off x="1724025" y="2819400"/>
            <a:ext cx="476250" cy="323850"/>
          </a:xfrm>
          <a:prstGeom prst="mathEqual">
            <a:avLst/>
          </a:prstGeom>
          <a:solidFill>
            <a:schemeClr val="accent1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34" name="sp"/>
          <p:cNvSpPr/>
          <p:nvPr/>
        </p:nvSpPr>
        <p:spPr>
          <a:xfrm>
            <a:off x="1600200" y="31527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mathEqual</a:t>
            </a:r>
          </a:p>
        </p:txBody>
      </p:sp>
      <p:sp>
        <p:nvSpPr>
          <p:cNvPr id="235" name="mathNotEqual"/>
          <p:cNvSpPr/>
          <p:nvPr/>
        </p:nvSpPr>
        <p:spPr>
          <a:xfrm>
            <a:off x="2447925" y="2819400"/>
            <a:ext cx="476250" cy="323850"/>
          </a:xfrm>
          <a:prstGeom prst="mathNotEqual">
            <a:avLst/>
          </a:prstGeom>
          <a:solidFill>
            <a:schemeClr val="accent2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36" name="sp"/>
          <p:cNvSpPr/>
          <p:nvPr/>
        </p:nvSpPr>
        <p:spPr>
          <a:xfrm>
            <a:off x="2324100" y="31527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mathNotEqual</a:t>
            </a:r>
          </a:p>
        </p:txBody>
      </p:sp>
      <p:sp>
        <p:nvSpPr>
          <p:cNvPr id="237" name="ribbon"/>
          <p:cNvSpPr/>
          <p:nvPr/>
        </p:nvSpPr>
        <p:spPr>
          <a:xfrm>
            <a:off x="3171825" y="2819400"/>
            <a:ext cx="476250" cy="323850"/>
          </a:xfrm>
          <a:prstGeom prst="ribbon">
            <a:avLst/>
          </a:prstGeom>
          <a:solidFill>
            <a:schemeClr val="accent3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38" name="sp"/>
          <p:cNvSpPr/>
          <p:nvPr/>
        </p:nvSpPr>
        <p:spPr>
          <a:xfrm>
            <a:off x="3048000" y="31527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ribbon</a:t>
            </a:r>
          </a:p>
        </p:txBody>
      </p:sp>
      <p:sp>
        <p:nvSpPr>
          <p:cNvPr id="239" name="ribbon2"/>
          <p:cNvSpPr/>
          <p:nvPr/>
        </p:nvSpPr>
        <p:spPr>
          <a:xfrm>
            <a:off x="3895725" y="2819400"/>
            <a:ext cx="476250" cy="323850"/>
          </a:xfrm>
          <a:prstGeom prst="ribbon2">
            <a:avLst/>
          </a:prstGeom>
          <a:solidFill>
            <a:schemeClr val="accent4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40" name="sp"/>
          <p:cNvSpPr/>
          <p:nvPr/>
        </p:nvSpPr>
        <p:spPr>
          <a:xfrm>
            <a:off x="3771900" y="31527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ribbon2</a:t>
            </a:r>
          </a:p>
        </p:txBody>
      </p:sp>
      <p:sp>
        <p:nvSpPr>
          <p:cNvPr id="241" name="verticalScroll"/>
          <p:cNvSpPr/>
          <p:nvPr/>
        </p:nvSpPr>
        <p:spPr>
          <a:xfrm>
            <a:off x="4619625" y="2819400"/>
            <a:ext cx="476250" cy="323850"/>
          </a:xfrm>
          <a:prstGeom prst="verticalScroll">
            <a:avLst/>
          </a:prstGeom>
          <a:solidFill>
            <a:schemeClr val="accent5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42" name="sp"/>
          <p:cNvSpPr/>
          <p:nvPr/>
        </p:nvSpPr>
        <p:spPr>
          <a:xfrm>
            <a:off x="4495800" y="31527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verticalScroll</a:t>
            </a:r>
          </a:p>
        </p:txBody>
      </p:sp>
      <p:sp>
        <p:nvSpPr>
          <p:cNvPr id="243" name="horizontalScroll"/>
          <p:cNvSpPr/>
          <p:nvPr/>
        </p:nvSpPr>
        <p:spPr>
          <a:xfrm>
            <a:off x="5343525" y="2819400"/>
            <a:ext cx="476250" cy="323850"/>
          </a:xfrm>
          <a:prstGeom prst="horizontalScroll">
            <a:avLst/>
          </a:prstGeom>
          <a:solidFill>
            <a:schemeClr val="accent6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44" name="sp"/>
          <p:cNvSpPr/>
          <p:nvPr/>
        </p:nvSpPr>
        <p:spPr>
          <a:xfrm>
            <a:off x="5219700" y="31527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horizontalScroll</a:t>
            </a:r>
          </a:p>
        </p:txBody>
      </p:sp>
      <p:sp>
        <p:nvSpPr>
          <p:cNvPr id="245" name="wave"/>
          <p:cNvSpPr/>
          <p:nvPr/>
        </p:nvSpPr>
        <p:spPr>
          <a:xfrm>
            <a:off x="6067425" y="2819400"/>
            <a:ext cx="476250" cy="323850"/>
          </a:xfrm>
          <a:prstGeom prst="wave">
            <a:avLst/>
          </a:prstGeom>
          <a:solidFill>
            <a:schemeClr val="accent1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46" name="sp"/>
          <p:cNvSpPr/>
          <p:nvPr/>
        </p:nvSpPr>
        <p:spPr>
          <a:xfrm>
            <a:off x="5943600" y="31527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wave</a:t>
            </a:r>
          </a:p>
        </p:txBody>
      </p:sp>
      <p:sp>
        <p:nvSpPr>
          <p:cNvPr id="247" name="doubleWave"/>
          <p:cNvSpPr/>
          <p:nvPr/>
        </p:nvSpPr>
        <p:spPr>
          <a:xfrm>
            <a:off x="6791325" y="2819400"/>
            <a:ext cx="476250" cy="323850"/>
          </a:xfrm>
          <a:prstGeom prst="doubleWave">
            <a:avLst/>
          </a:prstGeom>
          <a:solidFill>
            <a:schemeClr val="accent2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48" name="sp"/>
          <p:cNvSpPr/>
          <p:nvPr/>
        </p:nvSpPr>
        <p:spPr>
          <a:xfrm>
            <a:off x="6667500" y="31527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doubleWave</a:t>
            </a:r>
          </a:p>
        </p:txBody>
      </p:sp>
      <p:sp>
        <p:nvSpPr>
          <p:cNvPr id="249" name="wedgeRectCallout"/>
          <p:cNvSpPr/>
          <p:nvPr/>
        </p:nvSpPr>
        <p:spPr>
          <a:xfrm>
            <a:off x="7515225" y="2819400"/>
            <a:ext cx="476250" cy="323850"/>
          </a:xfrm>
          <a:prstGeom prst="wedgeRectCallout">
            <a:avLst/>
          </a:prstGeom>
          <a:solidFill>
            <a:schemeClr val="accent3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50" name="sp"/>
          <p:cNvSpPr/>
          <p:nvPr/>
        </p:nvSpPr>
        <p:spPr>
          <a:xfrm>
            <a:off x="7391400" y="31527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wedgeRectCallout</a:t>
            </a:r>
          </a:p>
        </p:txBody>
      </p:sp>
      <p:sp>
        <p:nvSpPr>
          <p:cNvPr id="251" name="wedgeRoundRectCallout"/>
          <p:cNvSpPr/>
          <p:nvPr/>
        </p:nvSpPr>
        <p:spPr>
          <a:xfrm>
            <a:off x="8239125" y="2819400"/>
            <a:ext cx="476250" cy="323850"/>
          </a:xfrm>
          <a:prstGeom prst="wedgeRoundRectCallout">
            <a:avLst/>
          </a:prstGeom>
          <a:solidFill>
            <a:schemeClr val="accent4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52" name="sp"/>
          <p:cNvSpPr/>
          <p:nvPr/>
        </p:nvSpPr>
        <p:spPr>
          <a:xfrm>
            <a:off x="8115300" y="31527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wedgeRoundRectCallout</a:t>
            </a:r>
          </a:p>
        </p:txBody>
      </p:sp>
      <p:sp>
        <p:nvSpPr>
          <p:cNvPr id="253" name="wedgeEllipseCallout"/>
          <p:cNvSpPr/>
          <p:nvPr/>
        </p:nvSpPr>
        <p:spPr>
          <a:xfrm>
            <a:off x="8963025" y="2819400"/>
            <a:ext cx="476250" cy="323850"/>
          </a:xfrm>
          <a:prstGeom prst="wedgeEllipseCallout">
            <a:avLst/>
          </a:prstGeom>
          <a:solidFill>
            <a:schemeClr val="accent5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54" name="sp"/>
          <p:cNvSpPr/>
          <p:nvPr/>
        </p:nvSpPr>
        <p:spPr>
          <a:xfrm>
            <a:off x="8839200" y="31527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wedgeEllipseCallout</a:t>
            </a:r>
          </a:p>
        </p:txBody>
      </p:sp>
      <p:sp>
        <p:nvSpPr>
          <p:cNvPr id="255" name="cloudCallout"/>
          <p:cNvSpPr/>
          <p:nvPr/>
        </p:nvSpPr>
        <p:spPr>
          <a:xfrm>
            <a:off x="9686925" y="2819400"/>
            <a:ext cx="476250" cy="323850"/>
          </a:xfrm>
          <a:prstGeom prst="cloudCallout">
            <a:avLst/>
          </a:prstGeom>
          <a:solidFill>
            <a:schemeClr val="accent6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56" name="sp"/>
          <p:cNvSpPr/>
          <p:nvPr/>
        </p:nvSpPr>
        <p:spPr>
          <a:xfrm>
            <a:off x="9563100" y="31527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cloudCallout</a:t>
            </a:r>
          </a:p>
        </p:txBody>
      </p:sp>
      <p:sp>
        <p:nvSpPr>
          <p:cNvPr id="257" name="leftBracket"/>
          <p:cNvSpPr/>
          <p:nvPr/>
        </p:nvSpPr>
        <p:spPr>
          <a:xfrm>
            <a:off x="10410825" y="2819400"/>
            <a:ext cx="476250" cy="323850"/>
          </a:xfrm>
          <a:prstGeom prst="leftBracket">
            <a:avLst/>
          </a:prstGeom>
          <a:solidFill>
            <a:schemeClr val="accent1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58" name="sp"/>
          <p:cNvSpPr/>
          <p:nvPr/>
        </p:nvSpPr>
        <p:spPr>
          <a:xfrm>
            <a:off x="10287000" y="31527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leftBracket</a:t>
            </a:r>
          </a:p>
        </p:txBody>
      </p:sp>
      <p:sp>
        <p:nvSpPr>
          <p:cNvPr id="259" name="bracketPair"/>
          <p:cNvSpPr/>
          <p:nvPr/>
        </p:nvSpPr>
        <p:spPr>
          <a:xfrm>
            <a:off x="11134725" y="2819400"/>
            <a:ext cx="476250" cy="323850"/>
          </a:xfrm>
          <a:prstGeom prst="bracketPair">
            <a:avLst/>
          </a:prstGeom>
          <a:solidFill>
            <a:schemeClr val="accent2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60" name="sp"/>
          <p:cNvSpPr/>
          <p:nvPr/>
        </p:nvSpPr>
        <p:spPr>
          <a:xfrm>
            <a:off x="11010900" y="31527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bracketPair</a:t>
            </a:r>
          </a:p>
        </p:txBody>
      </p:sp>
      <p:sp>
        <p:nvSpPr>
          <p:cNvPr id="261" name="leftBrace"/>
          <p:cNvSpPr/>
          <p:nvPr/>
        </p:nvSpPr>
        <p:spPr>
          <a:xfrm>
            <a:off x="276225" y="3409950"/>
            <a:ext cx="476250" cy="323850"/>
          </a:xfrm>
          <a:prstGeom prst="leftBrace">
            <a:avLst/>
          </a:prstGeom>
          <a:solidFill>
            <a:schemeClr val="accent3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62" name="sp"/>
          <p:cNvSpPr/>
          <p:nvPr/>
        </p:nvSpPr>
        <p:spPr>
          <a:xfrm>
            <a:off x="152400" y="37433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leftBrace</a:t>
            </a:r>
          </a:p>
        </p:txBody>
      </p:sp>
      <p:sp>
        <p:nvSpPr>
          <p:cNvPr id="263" name="bracePair"/>
          <p:cNvSpPr/>
          <p:nvPr/>
        </p:nvSpPr>
        <p:spPr>
          <a:xfrm>
            <a:off x="1000125" y="3409950"/>
            <a:ext cx="476250" cy="323850"/>
          </a:xfrm>
          <a:prstGeom prst="bracePair">
            <a:avLst/>
          </a:prstGeom>
          <a:solidFill>
            <a:schemeClr val="accent4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64" name="sp"/>
          <p:cNvSpPr/>
          <p:nvPr/>
        </p:nvSpPr>
        <p:spPr>
          <a:xfrm>
            <a:off x="876300" y="37433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bracePair</a:t>
            </a:r>
          </a:p>
        </p:txBody>
      </p:sp>
      <p:sp>
        <p:nvSpPr>
          <p:cNvPr id="265" name="flowChartProcess"/>
          <p:cNvSpPr/>
          <p:nvPr/>
        </p:nvSpPr>
        <p:spPr>
          <a:xfrm>
            <a:off x="1724025" y="3409950"/>
            <a:ext cx="476250" cy="323850"/>
          </a:xfrm>
          <a:prstGeom prst="flowChartProcess">
            <a:avLst/>
          </a:prstGeom>
          <a:solidFill>
            <a:schemeClr val="accent5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66" name="sp"/>
          <p:cNvSpPr/>
          <p:nvPr/>
        </p:nvSpPr>
        <p:spPr>
          <a:xfrm>
            <a:off x="1600200" y="37433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Process</a:t>
            </a:r>
          </a:p>
        </p:txBody>
      </p:sp>
      <p:sp>
        <p:nvSpPr>
          <p:cNvPr id="267" name="flowChartDecision"/>
          <p:cNvSpPr/>
          <p:nvPr/>
        </p:nvSpPr>
        <p:spPr>
          <a:xfrm>
            <a:off x="2447925" y="3409950"/>
            <a:ext cx="476250" cy="323850"/>
          </a:xfrm>
          <a:prstGeom prst="flowChartDecision">
            <a:avLst/>
          </a:prstGeom>
          <a:solidFill>
            <a:schemeClr val="accent6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68" name="sp"/>
          <p:cNvSpPr/>
          <p:nvPr/>
        </p:nvSpPr>
        <p:spPr>
          <a:xfrm>
            <a:off x="2324100" y="37433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Decision</a:t>
            </a:r>
          </a:p>
        </p:txBody>
      </p:sp>
      <p:sp>
        <p:nvSpPr>
          <p:cNvPr id="269" name="flowChartInputOutput"/>
          <p:cNvSpPr/>
          <p:nvPr/>
        </p:nvSpPr>
        <p:spPr>
          <a:xfrm>
            <a:off x="3171825" y="3409950"/>
            <a:ext cx="476250" cy="323850"/>
          </a:xfrm>
          <a:prstGeom prst="flowChartInputOutput">
            <a:avLst/>
          </a:prstGeom>
          <a:solidFill>
            <a:schemeClr val="accent1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70" name="sp"/>
          <p:cNvSpPr/>
          <p:nvPr/>
        </p:nvSpPr>
        <p:spPr>
          <a:xfrm>
            <a:off x="3048000" y="37433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InputOutput</a:t>
            </a:r>
          </a:p>
        </p:txBody>
      </p:sp>
      <p:sp>
        <p:nvSpPr>
          <p:cNvPr id="271" name="flowChartPredefinedProcess"/>
          <p:cNvSpPr/>
          <p:nvPr/>
        </p:nvSpPr>
        <p:spPr>
          <a:xfrm>
            <a:off x="3895725" y="3409950"/>
            <a:ext cx="476250" cy="323850"/>
          </a:xfrm>
          <a:prstGeom prst="flowChartPredefinedProcess">
            <a:avLst/>
          </a:prstGeom>
          <a:solidFill>
            <a:schemeClr val="accent2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72" name="sp"/>
          <p:cNvSpPr/>
          <p:nvPr/>
        </p:nvSpPr>
        <p:spPr>
          <a:xfrm>
            <a:off x="3771900" y="37433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PredefinedProcess</a:t>
            </a:r>
          </a:p>
        </p:txBody>
      </p:sp>
      <p:sp>
        <p:nvSpPr>
          <p:cNvPr id="273" name="flowChartInternalStorage"/>
          <p:cNvSpPr/>
          <p:nvPr/>
        </p:nvSpPr>
        <p:spPr>
          <a:xfrm>
            <a:off x="4619625" y="3409950"/>
            <a:ext cx="476250" cy="323850"/>
          </a:xfrm>
          <a:prstGeom prst="flowChartInternalStorage">
            <a:avLst/>
          </a:prstGeom>
          <a:solidFill>
            <a:schemeClr val="accent3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74" name="sp"/>
          <p:cNvSpPr/>
          <p:nvPr/>
        </p:nvSpPr>
        <p:spPr>
          <a:xfrm>
            <a:off x="4495800" y="37433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InternalStorage</a:t>
            </a:r>
          </a:p>
        </p:txBody>
      </p:sp>
      <p:sp>
        <p:nvSpPr>
          <p:cNvPr id="275" name="flowChartDocument"/>
          <p:cNvSpPr/>
          <p:nvPr/>
        </p:nvSpPr>
        <p:spPr>
          <a:xfrm>
            <a:off x="5343525" y="3409950"/>
            <a:ext cx="476250" cy="323850"/>
          </a:xfrm>
          <a:prstGeom prst="flowChartDocument">
            <a:avLst/>
          </a:prstGeom>
          <a:solidFill>
            <a:schemeClr val="accent4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76" name="sp"/>
          <p:cNvSpPr/>
          <p:nvPr/>
        </p:nvSpPr>
        <p:spPr>
          <a:xfrm>
            <a:off x="5219700" y="37433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Document</a:t>
            </a:r>
          </a:p>
        </p:txBody>
      </p:sp>
      <p:sp>
        <p:nvSpPr>
          <p:cNvPr id="277" name="flowChartMultidocument"/>
          <p:cNvSpPr/>
          <p:nvPr/>
        </p:nvSpPr>
        <p:spPr>
          <a:xfrm>
            <a:off x="6067425" y="3409950"/>
            <a:ext cx="476250" cy="323850"/>
          </a:xfrm>
          <a:prstGeom prst="flowChartMultidocument">
            <a:avLst/>
          </a:prstGeom>
          <a:solidFill>
            <a:schemeClr val="accent5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78" name="sp"/>
          <p:cNvSpPr/>
          <p:nvPr/>
        </p:nvSpPr>
        <p:spPr>
          <a:xfrm>
            <a:off x="5943600" y="37433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Multidocument</a:t>
            </a:r>
          </a:p>
        </p:txBody>
      </p:sp>
      <p:sp>
        <p:nvSpPr>
          <p:cNvPr id="279" name="flowChartTerminator"/>
          <p:cNvSpPr/>
          <p:nvPr/>
        </p:nvSpPr>
        <p:spPr>
          <a:xfrm>
            <a:off x="6791325" y="3409950"/>
            <a:ext cx="476250" cy="323850"/>
          </a:xfrm>
          <a:prstGeom prst="flowChartTerminator">
            <a:avLst/>
          </a:prstGeom>
          <a:solidFill>
            <a:schemeClr val="accent6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80" name="sp"/>
          <p:cNvSpPr/>
          <p:nvPr/>
        </p:nvSpPr>
        <p:spPr>
          <a:xfrm>
            <a:off x="6667500" y="37433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Terminator</a:t>
            </a:r>
          </a:p>
        </p:txBody>
      </p:sp>
      <p:sp>
        <p:nvSpPr>
          <p:cNvPr id="281" name="flowChartPreparation"/>
          <p:cNvSpPr/>
          <p:nvPr/>
        </p:nvSpPr>
        <p:spPr>
          <a:xfrm>
            <a:off x="7515225" y="3409950"/>
            <a:ext cx="476250" cy="32385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82" name="sp"/>
          <p:cNvSpPr/>
          <p:nvPr/>
        </p:nvSpPr>
        <p:spPr>
          <a:xfrm>
            <a:off x="7391400" y="37433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Preparation</a:t>
            </a:r>
          </a:p>
        </p:txBody>
      </p:sp>
      <p:sp>
        <p:nvSpPr>
          <p:cNvPr id="283" name="flowChartManualInput"/>
          <p:cNvSpPr/>
          <p:nvPr/>
        </p:nvSpPr>
        <p:spPr>
          <a:xfrm>
            <a:off x="8239125" y="3409950"/>
            <a:ext cx="476250" cy="323850"/>
          </a:xfrm>
          <a:prstGeom prst="flowChartManualInput">
            <a:avLst/>
          </a:prstGeom>
          <a:solidFill>
            <a:schemeClr val="accent2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84" name="sp"/>
          <p:cNvSpPr/>
          <p:nvPr/>
        </p:nvSpPr>
        <p:spPr>
          <a:xfrm>
            <a:off x="8115300" y="37433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ManualInput</a:t>
            </a:r>
          </a:p>
        </p:txBody>
      </p:sp>
      <p:sp>
        <p:nvSpPr>
          <p:cNvPr id="285" name="flowChartManualOperation"/>
          <p:cNvSpPr/>
          <p:nvPr/>
        </p:nvSpPr>
        <p:spPr>
          <a:xfrm>
            <a:off x="8963025" y="3409950"/>
            <a:ext cx="476250" cy="323850"/>
          </a:xfrm>
          <a:prstGeom prst="flowChartManualOperation">
            <a:avLst/>
          </a:prstGeom>
          <a:solidFill>
            <a:schemeClr val="accent3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86" name="sp"/>
          <p:cNvSpPr/>
          <p:nvPr/>
        </p:nvSpPr>
        <p:spPr>
          <a:xfrm>
            <a:off x="8839200" y="37433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ManualOperation</a:t>
            </a:r>
          </a:p>
        </p:txBody>
      </p:sp>
      <p:sp>
        <p:nvSpPr>
          <p:cNvPr id="287" name="flowChartConnector"/>
          <p:cNvSpPr/>
          <p:nvPr/>
        </p:nvSpPr>
        <p:spPr>
          <a:xfrm>
            <a:off x="9686925" y="3409950"/>
            <a:ext cx="476250" cy="323850"/>
          </a:xfrm>
          <a:prstGeom prst="flowChartConnector">
            <a:avLst/>
          </a:prstGeom>
          <a:solidFill>
            <a:schemeClr val="accent4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88" name="sp"/>
          <p:cNvSpPr/>
          <p:nvPr/>
        </p:nvSpPr>
        <p:spPr>
          <a:xfrm>
            <a:off x="9563100" y="37433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Connector</a:t>
            </a:r>
          </a:p>
        </p:txBody>
      </p:sp>
      <p:sp>
        <p:nvSpPr>
          <p:cNvPr id="289" name="flowChartOffpageConnector"/>
          <p:cNvSpPr/>
          <p:nvPr/>
        </p:nvSpPr>
        <p:spPr>
          <a:xfrm>
            <a:off x="10410825" y="3409950"/>
            <a:ext cx="476250" cy="323850"/>
          </a:xfrm>
          <a:prstGeom prst="flowChartOffpageConnector">
            <a:avLst/>
          </a:prstGeom>
          <a:solidFill>
            <a:schemeClr val="accent5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90" name="sp"/>
          <p:cNvSpPr/>
          <p:nvPr/>
        </p:nvSpPr>
        <p:spPr>
          <a:xfrm>
            <a:off x="10287000" y="37433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OffpageConnector</a:t>
            </a:r>
          </a:p>
        </p:txBody>
      </p:sp>
      <p:sp>
        <p:nvSpPr>
          <p:cNvPr id="291" name="flowChartPunchedCard"/>
          <p:cNvSpPr/>
          <p:nvPr/>
        </p:nvSpPr>
        <p:spPr>
          <a:xfrm>
            <a:off x="11134725" y="3409950"/>
            <a:ext cx="476250" cy="323850"/>
          </a:xfrm>
          <a:prstGeom prst="flowChartPunchedCard">
            <a:avLst/>
          </a:prstGeom>
          <a:solidFill>
            <a:schemeClr val="accent6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92" name="sp"/>
          <p:cNvSpPr/>
          <p:nvPr/>
        </p:nvSpPr>
        <p:spPr>
          <a:xfrm>
            <a:off x="11010900" y="37433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PunchedCard</a:t>
            </a:r>
          </a:p>
        </p:txBody>
      </p:sp>
      <p:sp>
        <p:nvSpPr>
          <p:cNvPr id="293" name="flowChartPunchedTape"/>
          <p:cNvSpPr/>
          <p:nvPr/>
        </p:nvSpPr>
        <p:spPr>
          <a:xfrm>
            <a:off x="276225" y="4000500"/>
            <a:ext cx="476250" cy="323850"/>
          </a:xfrm>
          <a:prstGeom prst="flowChartPunchedTape">
            <a:avLst/>
          </a:prstGeom>
          <a:solidFill>
            <a:schemeClr val="accent1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94" name="sp"/>
          <p:cNvSpPr/>
          <p:nvPr/>
        </p:nvSpPr>
        <p:spPr>
          <a:xfrm>
            <a:off x="152400" y="43338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PunchedTape</a:t>
            </a:r>
          </a:p>
        </p:txBody>
      </p:sp>
      <p:sp>
        <p:nvSpPr>
          <p:cNvPr id="295" name="flowChartSummingJunction"/>
          <p:cNvSpPr/>
          <p:nvPr/>
        </p:nvSpPr>
        <p:spPr>
          <a:xfrm>
            <a:off x="1000125" y="4000500"/>
            <a:ext cx="476250" cy="323850"/>
          </a:xfrm>
          <a:prstGeom prst="flowChartSummingJunction">
            <a:avLst/>
          </a:prstGeom>
          <a:solidFill>
            <a:schemeClr val="accent2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96" name="sp"/>
          <p:cNvSpPr/>
          <p:nvPr/>
        </p:nvSpPr>
        <p:spPr>
          <a:xfrm>
            <a:off x="876300" y="43338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SummingJunction</a:t>
            </a:r>
          </a:p>
        </p:txBody>
      </p:sp>
      <p:sp>
        <p:nvSpPr>
          <p:cNvPr id="297" name="flowChartOr"/>
          <p:cNvSpPr/>
          <p:nvPr/>
        </p:nvSpPr>
        <p:spPr>
          <a:xfrm>
            <a:off x="1724025" y="4000500"/>
            <a:ext cx="476250" cy="323850"/>
          </a:xfrm>
          <a:prstGeom prst="flowChartOr">
            <a:avLst/>
          </a:prstGeom>
          <a:solidFill>
            <a:schemeClr val="accent3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98" name="sp"/>
          <p:cNvSpPr/>
          <p:nvPr/>
        </p:nvSpPr>
        <p:spPr>
          <a:xfrm>
            <a:off x="1600200" y="43338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Or</a:t>
            </a:r>
          </a:p>
        </p:txBody>
      </p:sp>
      <p:sp>
        <p:nvSpPr>
          <p:cNvPr id="299" name="flowChartCollate"/>
          <p:cNvSpPr/>
          <p:nvPr/>
        </p:nvSpPr>
        <p:spPr>
          <a:xfrm>
            <a:off x="2447925" y="4000500"/>
            <a:ext cx="476250" cy="323850"/>
          </a:xfrm>
          <a:prstGeom prst="flowChartCollate">
            <a:avLst/>
          </a:prstGeom>
          <a:solidFill>
            <a:schemeClr val="accent4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00" name="sp"/>
          <p:cNvSpPr/>
          <p:nvPr/>
        </p:nvSpPr>
        <p:spPr>
          <a:xfrm>
            <a:off x="2324100" y="43338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Collate</a:t>
            </a:r>
          </a:p>
        </p:txBody>
      </p:sp>
      <p:sp>
        <p:nvSpPr>
          <p:cNvPr id="301" name="flowChartSort"/>
          <p:cNvSpPr/>
          <p:nvPr/>
        </p:nvSpPr>
        <p:spPr>
          <a:xfrm>
            <a:off x="3171825" y="4000500"/>
            <a:ext cx="476250" cy="323850"/>
          </a:xfrm>
          <a:prstGeom prst="flowChartSort">
            <a:avLst/>
          </a:prstGeom>
          <a:solidFill>
            <a:schemeClr val="accent5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02" name="sp"/>
          <p:cNvSpPr/>
          <p:nvPr/>
        </p:nvSpPr>
        <p:spPr>
          <a:xfrm>
            <a:off x="3048000" y="43338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Sort</a:t>
            </a:r>
          </a:p>
        </p:txBody>
      </p:sp>
      <p:sp>
        <p:nvSpPr>
          <p:cNvPr id="303" name="flowChartExtract"/>
          <p:cNvSpPr/>
          <p:nvPr/>
        </p:nvSpPr>
        <p:spPr>
          <a:xfrm>
            <a:off x="3895725" y="4000500"/>
            <a:ext cx="476250" cy="323850"/>
          </a:xfrm>
          <a:prstGeom prst="flowChartExtract">
            <a:avLst/>
          </a:prstGeom>
          <a:solidFill>
            <a:schemeClr val="accent6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04" name="sp"/>
          <p:cNvSpPr/>
          <p:nvPr/>
        </p:nvSpPr>
        <p:spPr>
          <a:xfrm>
            <a:off x="3771900" y="43338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Extract</a:t>
            </a:r>
          </a:p>
        </p:txBody>
      </p:sp>
      <p:sp>
        <p:nvSpPr>
          <p:cNvPr id="305" name="flowChartMerge"/>
          <p:cNvSpPr/>
          <p:nvPr/>
        </p:nvSpPr>
        <p:spPr>
          <a:xfrm>
            <a:off x="4619625" y="4000500"/>
            <a:ext cx="476250" cy="323850"/>
          </a:xfrm>
          <a:prstGeom prst="flowChartMerge">
            <a:avLst/>
          </a:prstGeom>
          <a:solidFill>
            <a:schemeClr val="accent1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06" name="sp"/>
          <p:cNvSpPr/>
          <p:nvPr/>
        </p:nvSpPr>
        <p:spPr>
          <a:xfrm>
            <a:off x="4495800" y="43338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Merge</a:t>
            </a:r>
          </a:p>
        </p:txBody>
      </p:sp>
      <p:sp>
        <p:nvSpPr>
          <p:cNvPr id="307" name="flowChartOnlineStorage"/>
          <p:cNvSpPr/>
          <p:nvPr/>
        </p:nvSpPr>
        <p:spPr>
          <a:xfrm>
            <a:off x="5343525" y="4000500"/>
            <a:ext cx="476250" cy="323850"/>
          </a:xfrm>
          <a:prstGeom prst="flowChartOnlineStorage">
            <a:avLst/>
          </a:prstGeom>
          <a:solidFill>
            <a:schemeClr val="accent2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08" name="sp"/>
          <p:cNvSpPr/>
          <p:nvPr/>
        </p:nvSpPr>
        <p:spPr>
          <a:xfrm>
            <a:off x="5219700" y="43338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OnlineStorage</a:t>
            </a:r>
          </a:p>
        </p:txBody>
      </p:sp>
      <p:sp>
        <p:nvSpPr>
          <p:cNvPr id="309" name="flowChartMagneticTape"/>
          <p:cNvSpPr/>
          <p:nvPr/>
        </p:nvSpPr>
        <p:spPr>
          <a:xfrm>
            <a:off x="6067425" y="4000500"/>
            <a:ext cx="476250" cy="323850"/>
          </a:xfrm>
          <a:prstGeom prst="flowChartMagneticTape">
            <a:avLst/>
          </a:prstGeom>
          <a:solidFill>
            <a:schemeClr val="accent3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10" name="sp"/>
          <p:cNvSpPr/>
          <p:nvPr/>
        </p:nvSpPr>
        <p:spPr>
          <a:xfrm>
            <a:off x="5943600" y="43338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MagneticTape</a:t>
            </a:r>
          </a:p>
        </p:txBody>
      </p:sp>
      <p:sp>
        <p:nvSpPr>
          <p:cNvPr id="311" name="flowChartMagneticDisk"/>
          <p:cNvSpPr/>
          <p:nvPr/>
        </p:nvSpPr>
        <p:spPr>
          <a:xfrm>
            <a:off x="6791325" y="4000500"/>
            <a:ext cx="476250" cy="323850"/>
          </a:xfrm>
          <a:prstGeom prst="flowChartMagneticDisk">
            <a:avLst/>
          </a:prstGeom>
          <a:solidFill>
            <a:schemeClr val="accent4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12" name="sp"/>
          <p:cNvSpPr/>
          <p:nvPr/>
        </p:nvSpPr>
        <p:spPr>
          <a:xfrm>
            <a:off x="6667500" y="43338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MagneticDisk</a:t>
            </a:r>
          </a:p>
        </p:txBody>
      </p:sp>
      <p:sp>
        <p:nvSpPr>
          <p:cNvPr id="313" name="flowChartMagneticDrum"/>
          <p:cNvSpPr/>
          <p:nvPr/>
        </p:nvSpPr>
        <p:spPr>
          <a:xfrm>
            <a:off x="7515225" y="4000500"/>
            <a:ext cx="476250" cy="323850"/>
          </a:xfrm>
          <a:prstGeom prst="flowChartMagneticDrum">
            <a:avLst/>
          </a:prstGeom>
          <a:solidFill>
            <a:schemeClr val="accent5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14" name="sp"/>
          <p:cNvSpPr/>
          <p:nvPr/>
        </p:nvSpPr>
        <p:spPr>
          <a:xfrm>
            <a:off x="7391400" y="43338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MagneticDrum</a:t>
            </a:r>
          </a:p>
        </p:txBody>
      </p:sp>
      <p:sp>
        <p:nvSpPr>
          <p:cNvPr id="315" name="flowChartDisplay"/>
          <p:cNvSpPr/>
          <p:nvPr/>
        </p:nvSpPr>
        <p:spPr>
          <a:xfrm>
            <a:off x="8239125" y="4000500"/>
            <a:ext cx="476250" cy="323850"/>
          </a:xfrm>
          <a:prstGeom prst="flowChartDisplay">
            <a:avLst/>
          </a:prstGeom>
          <a:solidFill>
            <a:schemeClr val="accent6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16" name="sp"/>
          <p:cNvSpPr/>
          <p:nvPr/>
        </p:nvSpPr>
        <p:spPr>
          <a:xfrm>
            <a:off x="8115300" y="43338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Display</a:t>
            </a:r>
          </a:p>
        </p:txBody>
      </p:sp>
      <p:sp>
        <p:nvSpPr>
          <p:cNvPr id="317" name="flowChartDelay"/>
          <p:cNvSpPr/>
          <p:nvPr/>
        </p:nvSpPr>
        <p:spPr>
          <a:xfrm>
            <a:off x="8963025" y="4000500"/>
            <a:ext cx="476250" cy="323850"/>
          </a:xfrm>
          <a:prstGeom prst="flowChartDelay">
            <a:avLst/>
          </a:prstGeom>
          <a:solidFill>
            <a:schemeClr val="accent1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18" name="sp"/>
          <p:cNvSpPr/>
          <p:nvPr/>
        </p:nvSpPr>
        <p:spPr>
          <a:xfrm>
            <a:off x="8839200" y="43338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Delay</a:t>
            </a:r>
          </a:p>
        </p:txBody>
      </p:sp>
      <p:sp>
        <p:nvSpPr>
          <p:cNvPr id="319" name="actionButtonHome"/>
          <p:cNvSpPr/>
          <p:nvPr/>
        </p:nvSpPr>
        <p:spPr>
          <a:xfrm>
            <a:off x="9686925" y="4000500"/>
            <a:ext cx="476250" cy="323850"/>
          </a:xfrm>
          <a:prstGeom prst="actionButtonHome">
            <a:avLst/>
          </a:prstGeom>
          <a:solidFill>
            <a:schemeClr val="accent2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20" name="sp"/>
          <p:cNvSpPr/>
          <p:nvPr/>
        </p:nvSpPr>
        <p:spPr>
          <a:xfrm>
            <a:off x="9563100" y="43338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Home</a:t>
            </a:r>
          </a:p>
        </p:txBody>
      </p:sp>
      <p:sp>
        <p:nvSpPr>
          <p:cNvPr id="321" name="actionButtonForwardNext"/>
          <p:cNvSpPr/>
          <p:nvPr/>
        </p:nvSpPr>
        <p:spPr>
          <a:xfrm>
            <a:off x="10410825" y="4000500"/>
            <a:ext cx="476250" cy="323850"/>
          </a:xfrm>
          <a:prstGeom prst="actionButtonForwardNext">
            <a:avLst/>
          </a:prstGeom>
          <a:solidFill>
            <a:schemeClr val="accent3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22" name="sp"/>
          <p:cNvSpPr/>
          <p:nvPr/>
        </p:nvSpPr>
        <p:spPr>
          <a:xfrm>
            <a:off x="10287000" y="43338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ForwardNext</a:t>
            </a:r>
          </a:p>
        </p:txBody>
      </p:sp>
      <p:sp>
        <p:nvSpPr>
          <p:cNvPr id="323" name="actionButtonInformation"/>
          <p:cNvSpPr/>
          <p:nvPr/>
        </p:nvSpPr>
        <p:spPr>
          <a:xfrm>
            <a:off x="11134725" y="4000500"/>
            <a:ext cx="476250" cy="323850"/>
          </a:xfrm>
          <a:prstGeom prst="actionButtonInformation">
            <a:avLst/>
          </a:prstGeom>
          <a:solidFill>
            <a:schemeClr val="accent4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24" name="sp"/>
          <p:cNvSpPr/>
          <p:nvPr/>
        </p:nvSpPr>
        <p:spPr>
          <a:xfrm>
            <a:off x="11010900" y="43338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Information</a:t>
            </a:r>
          </a:p>
        </p:txBody>
      </p:sp>
      <p:sp>
        <p:nvSpPr>
          <p:cNvPr id="325" name="actionButtonReturn"/>
          <p:cNvSpPr/>
          <p:nvPr/>
        </p:nvSpPr>
        <p:spPr>
          <a:xfrm>
            <a:off x="276225" y="4591050"/>
            <a:ext cx="476250" cy="323850"/>
          </a:xfrm>
          <a:prstGeom prst="actionButtonReturn">
            <a:avLst/>
          </a:prstGeom>
          <a:solidFill>
            <a:schemeClr val="accent5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26" name="sp"/>
          <p:cNvSpPr/>
          <p:nvPr/>
        </p:nvSpPr>
        <p:spPr>
          <a:xfrm>
            <a:off x="152400" y="49244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Return</a:t>
            </a:r>
          </a:p>
        </p:txBody>
      </p:sp>
      <p:sp>
        <p:nvSpPr>
          <p:cNvPr id="327" name="actionButtonSound"/>
          <p:cNvSpPr/>
          <p:nvPr/>
        </p:nvSpPr>
        <p:spPr>
          <a:xfrm>
            <a:off x="1000125" y="4591050"/>
            <a:ext cx="476250" cy="323850"/>
          </a:xfrm>
          <a:prstGeom prst="actionButtonSound">
            <a:avLst/>
          </a:prstGeom>
          <a:solidFill>
            <a:schemeClr val="accent6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28" name="sp"/>
          <p:cNvSpPr/>
          <p:nvPr/>
        </p:nvSpPr>
        <p:spPr>
          <a:xfrm>
            <a:off x="876300" y="49244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Sound</a:t>
            </a:r>
          </a:p>
        </p:txBody>
      </p:sp>
      <p:sp>
        <p:nvSpPr>
          <p:cNvPr id="329" name="actionButtonMovie"/>
          <p:cNvSpPr/>
          <p:nvPr/>
        </p:nvSpPr>
        <p:spPr>
          <a:xfrm>
            <a:off x="1724025" y="4591050"/>
            <a:ext cx="476250" cy="323850"/>
          </a:xfrm>
          <a:prstGeom prst="actionButtonMovie">
            <a:avLst/>
          </a:prstGeom>
          <a:solidFill>
            <a:schemeClr val="accent1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30" name="sp"/>
          <p:cNvSpPr/>
          <p:nvPr/>
        </p:nvSpPr>
        <p:spPr>
          <a:xfrm>
            <a:off x="1600200" y="49244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Movie</a:t>
            </a:r>
          </a:p>
        </p:txBody>
      </p:sp>
      <p:sp>
        <p:nvSpPr>
          <p:cNvPr id="331" name="actionButtonHelp"/>
          <p:cNvSpPr/>
          <p:nvPr/>
        </p:nvSpPr>
        <p:spPr>
          <a:xfrm>
            <a:off x="2447925" y="4591050"/>
            <a:ext cx="476250" cy="323850"/>
          </a:xfrm>
          <a:prstGeom prst="actionButtonHelp">
            <a:avLst/>
          </a:prstGeom>
          <a:solidFill>
            <a:schemeClr val="accent2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32" name="sp"/>
          <p:cNvSpPr/>
          <p:nvPr/>
        </p:nvSpPr>
        <p:spPr>
          <a:xfrm>
            <a:off x="2324100" y="49244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Help</a:t>
            </a:r>
          </a:p>
        </p:txBody>
      </p:sp>
      <p:sp>
        <p:nvSpPr>
          <p:cNvPr id="333" name="chartX"/>
          <p:cNvSpPr/>
          <p:nvPr/>
        </p:nvSpPr>
        <p:spPr>
          <a:xfrm>
            <a:off x="3171825" y="4591050"/>
            <a:ext cx="476250" cy="323850"/>
          </a:xfrm>
          <a:prstGeom prst="chartX">
            <a:avLst/>
          </a:prstGeom>
          <a:solidFill>
            <a:schemeClr val="accent3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34" name="sp"/>
          <p:cNvSpPr/>
          <p:nvPr/>
        </p:nvSpPr>
        <p:spPr>
          <a:xfrm>
            <a:off x="3048000" y="49244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chartX</a:t>
            </a:r>
          </a:p>
        </p:txBody>
      </p:sp>
      <p:sp>
        <p:nvSpPr>
          <p:cNvPr id="335" name="chartPlus"/>
          <p:cNvSpPr/>
          <p:nvPr/>
        </p:nvSpPr>
        <p:spPr>
          <a:xfrm>
            <a:off x="3895725" y="4591050"/>
            <a:ext cx="476250" cy="323850"/>
          </a:xfrm>
          <a:prstGeom prst="chartPlus">
            <a:avLst/>
          </a:prstGeom>
          <a:solidFill>
            <a:schemeClr val="accent4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36" name="sp"/>
          <p:cNvSpPr/>
          <p:nvPr/>
        </p:nvSpPr>
        <p:spPr>
          <a:xfrm>
            <a:off x="3771900" y="49244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chartPlus</a:t>
            </a:r>
          </a:p>
        </p:txBody>
      </p:sp>
      <p:sp>
        <p:nvSpPr>
          <p:cNvPr id="337" name="chartStar"/>
          <p:cNvSpPr/>
          <p:nvPr/>
        </p:nvSpPr>
        <p:spPr>
          <a:xfrm>
            <a:off x="4619625" y="4591050"/>
            <a:ext cx="476250" cy="323850"/>
          </a:xfrm>
          <a:prstGeom prst="chartStar">
            <a:avLst/>
          </a:prstGeom>
          <a:solidFill>
            <a:schemeClr val="accent5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38" name="sp"/>
          <p:cNvSpPr/>
          <p:nvPr/>
        </p:nvSpPr>
        <p:spPr>
          <a:xfrm>
            <a:off x="4495800" y="49244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chartStar</a:t>
            </a:r>
          </a:p>
        </p:txBody>
      </p:sp>
      <p:sp>
        <p:nvSpPr>
          <p:cNvPr id="339" name="gear9"/>
          <p:cNvSpPr/>
          <p:nvPr/>
        </p:nvSpPr>
        <p:spPr>
          <a:xfrm>
            <a:off x="5343525" y="4591050"/>
            <a:ext cx="476250" cy="323850"/>
          </a:xfrm>
          <a:prstGeom prst="gear9">
            <a:avLst/>
          </a:prstGeom>
          <a:solidFill>
            <a:schemeClr val="accent6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40" name="sp"/>
          <p:cNvSpPr/>
          <p:nvPr/>
        </p:nvSpPr>
        <p:spPr>
          <a:xfrm>
            <a:off x="5219700" y="49244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gear9</a:t>
            </a:r>
          </a:p>
        </p:txBody>
      </p:sp>
      <p:sp>
        <p:nvSpPr>
          <p:cNvPr id="341" name="bentUpArrow"/>
          <p:cNvSpPr/>
          <p:nvPr/>
        </p:nvSpPr>
        <p:spPr>
          <a:xfrm>
            <a:off x="6067425" y="4591050"/>
            <a:ext cx="476250" cy="323850"/>
          </a:xfrm>
          <a:prstGeom prst="bentUpArrow">
            <a:avLst/>
          </a:prstGeom>
          <a:solidFill>
            <a:schemeClr val="accent1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42" name="sp"/>
          <p:cNvSpPr/>
          <p:nvPr/>
        </p:nvSpPr>
        <p:spPr>
          <a:xfrm>
            <a:off x="5943600" y="49244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bentUpArrow</a:t>
            </a:r>
          </a:p>
        </p:txBody>
      </p:sp>
      <p:sp>
        <p:nvSpPr>
          <p:cNvPr id="343" name="leftUpArrow"/>
          <p:cNvSpPr/>
          <p:nvPr/>
        </p:nvSpPr>
        <p:spPr>
          <a:xfrm>
            <a:off x="6791325" y="4591050"/>
            <a:ext cx="476250" cy="323850"/>
          </a:xfrm>
          <a:prstGeom prst="leftUpArrow">
            <a:avLst/>
          </a:prstGeom>
          <a:solidFill>
            <a:schemeClr val="accent2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44" name="sp"/>
          <p:cNvSpPr/>
          <p:nvPr/>
        </p:nvSpPr>
        <p:spPr>
          <a:xfrm>
            <a:off x="6667500" y="49244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leftUpArrow</a:t>
            </a:r>
          </a:p>
        </p:txBody>
      </p:sp>
      <p:sp>
        <p:nvSpPr>
          <p:cNvPr id="345" name="leftCircularArrow"/>
          <p:cNvSpPr/>
          <p:nvPr/>
        </p:nvSpPr>
        <p:spPr>
          <a:xfrm>
            <a:off x="7515225" y="4591050"/>
            <a:ext cx="476250" cy="323850"/>
          </a:xfrm>
          <a:prstGeom prst="leftCircularArrow">
            <a:avLst/>
          </a:prstGeom>
          <a:solidFill>
            <a:schemeClr val="accent3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46" name="sp"/>
          <p:cNvSpPr/>
          <p:nvPr/>
        </p:nvSpPr>
        <p:spPr>
          <a:xfrm>
            <a:off x="7391400" y="49244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leftCircularArrow</a:t>
            </a:r>
          </a:p>
        </p:txBody>
      </p:sp>
      <p:sp>
        <p:nvSpPr>
          <p:cNvPr id="347" name="leftRightCircularArrow"/>
          <p:cNvSpPr/>
          <p:nvPr/>
        </p:nvSpPr>
        <p:spPr>
          <a:xfrm>
            <a:off x="8239125" y="4591050"/>
            <a:ext cx="476250" cy="323850"/>
          </a:xfrm>
          <a:prstGeom prst="leftRightCircularArrow">
            <a:avLst/>
          </a:prstGeom>
          <a:solidFill>
            <a:schemeClr val="accent4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48" name="sp"/>
          <p:cNvSpPr/>
          <p:nvPr/>
        </p:nvSpPr>
        <p:spPr>
          <a:xfrm>
            <a:off x="8115300" y="49244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leftRightCircularArrow</a:t>
            </a:r>
          </a:p>
        </p:txBody>
      </p:sp>
      <p:sp>
        <p:nvSpPr>
          <p:cNvPr id="349" name="swooshArrow"/>
          <p:cNvSpPr/>
          <p:nvPr/>
        </p:nvSpPr>
        <p:spPr>
          <a:xfrm>
            <a:off x="8963025" y="4591050"/>
            <a:ext cx="476250" cy="323850"/>
          </a:xfrm>
          <a:prstGeom prst="swooshArrow">
            <a:avLst/>
          </a:prstGeom>
          <a:solidFill>
            <a:schemeClr val="accent5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50" name="sp"/>
          <p:cNvSpPr/>
          <p:nvPr/>
        </p:nvSpPr>
        <p:spPr>
          <a:xfrm>
            <a:off x="8839200" y="49244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swooshArrow</a:t>
            </a:r>
          </a:p>
        </p:txBody>
      </p:sp>
      <p:sp>
        <p:nvSpPr>
          <p:cNvPr id="351" name="quadArrowCallout"/>
          <p:cNvSpPr/>
          <p:nvPr/>
        </p:nvSpPr>
        <p:spPr>
          <a:xfrm>
            <a:off x="9686925" y="4591050"/>
            <a:ext cx="476250" cy="323850"/>
          </a:xfrm>
          <a:prstGeom prst="quadArrowCallout">
            <a:avLst/>
          </a:prstGeom>
          <a:solidFill>
            <a:schemeClr val="accent6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52" name="sp"/>
          <p:cNvSpPr/>
          <p:nvPr/>
        </p:nvSpPr>
        <p:spPr>
          <a:xfrm>
            <a:off x="9563100" y="49244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quadArrowCallout</a:t>
            </a:r>
          </a:p>
        </p:txBody>
      </p:sp>
      <p:sp>
        <p:nvSpPr>
          <p:cNvPr id="353" name="upDownArrowCallout"/>
          <p:cNvSpPr/>
          <p:nvPr/>
        </p:nvSpPr>
        <p:spPr>
          <a:xfrm>
            <a:off x="10410825" y="4591050"/>
            <a:ext cx="476250" cy="323850"/>
          </a:xfrm>
          <a:prstGeom prst="upDownArrowCallout">
            <a:avLst/>
          </a:prstGeom>
          <a:solidFill>
            <a:schemeClr val="accent1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54" name="sp"/>
          <p:cNvSpPr/>
          <p:nvPr/>
        </p:nvSpPr>
        <p:spPr>
          <a:xfrm>
            <a:off x="10287000" y="49244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upDownArrowCallout</a:t>
            </a:r>
          </a:p>
        </p:txBody>
      </p:sp>
      <p:sp>
        <p:nvSpPr>
          <p:cNvPr id="355" name="pieWedge"/>
          <p:cNvSpPr/>
          <p:nvPr/>
        </p:nvSpPr>
        <p:spPr>
          <a:xfrm>
            <a:off x="11134725" y="4591050"/>
            <a:ext cx="476250" cy="323850"/>
          </a:xfrm>
          <a:prstGeom prst="pieWedge">
            <a:avLst/>
          </a:prstGeom>
          <a:solidFill>
            <a:schemeClr val="accent2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56" name="sp"/>
          <p:cNvSpPr/>
          <p:nvPr/>
        </p:nvSpPr>
        <p:spPr>
          <a:xfrm>
            <a:off x="11010900" y="492442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pieWedge</a:t>
            </a:r>
          </a:p>
        </p:txBody>
      </p:sp>
      <p:sp>
        <p:nvSpPr>
          <p:cNvPr id="357" name="ellipseRibbon"/>
          <p:cNvSpPr/>
          <p:nvPr/>
        </p:nvSpPr>
        <p:spPr>
          <a:xfrm>
            <a:off x="276225" y="5181600"/>
            <a:ext cx="476250" cy="323850"/>
          </a:xfrm>
          <a:prstGeom prst="ellipseRibbon">
            <a:avLst/>
          </a:prstGeom>
          <a:solidFill>
            <a:schemeClr val="accent3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58" name="sp"/>
          <p:cNvSpPr/>
          <p:nvPr/>
        </p:nvSpPr>
        <p:spPr>
          <a:xfrm>
            <a:off x="152400" y="55149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ellipseRibbon</a:t>
            </a:r>
          </a:p>
        </p:txBody>
      </p:sp>
      <p:sp>
        <p:nvSpPr>
          <p:cNvPr id="359" name="ellipseRibbon2"/>
          <p:cNvSpPr/>
          <p:nvPr/>
        </p:nvSpPr>
        <p:spPr>
          <a:xfrm>
            <a:off x="1000125" y="5181600"/>
            <a:ext cx="476250" cy="323850"/>
          </a:xfrm>
          <a:prstGeom prst="ellipseRibbon2">
            <a:avLst/>
          </a:prstGeom>
          <a:solidFill>
            <a:schemeClr val="accent4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60" name="sp"/>
          <p:cNvSpPr/>
          <p:nvPr/>
        </p:nvSpPr>
        <p:spPr>
          <a:xfrm>
            <a:off x="876300" y="55149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ellipseRibbon2</a:t>
            </a:r>
          </a:p>
        </p:txBody>
      </p:sp>
      <p:sp>
        <p:nvSpPr>
          <p:cNvPr id="361" name="leftRightRibbon"/>
          <p:cNvSpPr/>
          <p:nvPr/>
        </p:nvSpPr>
        <p:spPr>
          <a:xfrm>
            <a:off x="1724025" y="5181600"/>
            <a:ext cx="476250" cy="323850"/>
          </a:xfrm>
          <a:prstGeom prst="leftRightRibbon">
            <a:avLst/>
          </a:prstGeom>
          <a:solidFill>
            <a:schemeClr val="accent5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62" name="sp"/>
          <p:cNvSpPr/>
          <p:nvPr/>
        </p:nvSpPr>
        <p:spPr>
          <a:xfrm>
            <a:off x="1600200" y="55149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leftRightRibbon</a:t>
            </a:r>
          </a:p>
        </p:txBody>
      </p:sp>
      <p:sp>
        <p:nvSpPr>
          <p:cNvPr id="363" name="cornerTabs"/>
          <p:cNvSpPr/>
          <p:nvPr/>
        </p:nvSpPr>
        <p:spPr>
          <a:xfrm>
            <a:off x="2447925" y="5181600"/>
            <a:ext cx="476250" cy="323850"/>
          </a:xfrm>
          <a:prstGeom prst="cornerTabs">
            <a:avLst/>
          </a:prstGeom>
          <a:solidFill>
            <a:schemeClr val="accent6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64" name="sp"/>
          <p:cNvSpPr/>
          <p:nvPr/>
        </p:nvSpPr>
        <p:spPr>
          <a:xfrm>
            <a:off x="2324100" y="55149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cornerTabs</a:t>
            </a:r>
          </a:p>
        </p:txBody>
      </p:sp>
      <p:sp>
        <p:nvSpPr>
          <p:cNvPr id="365" name="squareTabs"/>
          <p:cNvSpPr/>
          <p:nvPr/>
        </p:nvSpPr>
        <p:spPr>
          <a:xfrm>
            <a:off x="3171825" y="5181600"/>
            <a:ext cx="476250" cy="323850"/>
          </a:xfrm>
          <a:prstGeom prst="squareTabs">
            <a:avLst/>
          </a:prstGeom>
          <a:solidFill>
            <a:schemeClr val="accent1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66" name="sp"/>
          <p:cNvSpPr/>
          <p:nvPr/>
        </p:nvSpPr>
        <p:spPr>
          <a:xfrm>
            <a:off x="3048000" y="55149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squareTabs</a:t>
            </a:r>
          </a:p>
        </p:txBody>
      </p:sp>
      <p:sp>
        <p:nvSpPr>
          <p:cNvPr id="367" name="plaqueTabs"/>
          <p:cNvSpPr/>
          <p:nvPr/>
        </p:nvSpPr>
        <p:spPr>
          <a:xfrm>
            <a:off x="3895725" y="5181600"/>
            <a:ext cx="476250" cy="323850"/>
          </a:xfrm>
          <a:prstGeom prst="plaqueTabs">
            <a:avLst/>
          </a:prstGeom>
          <a:solidFill>
            <a:schemeClr val="accent2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68" name="sp"/>
          <p:cNvSpPr/>
          <p:nvPr/>
        </p:nvSpPr>
        <p:spPr>
          <a:xfrm>
            <a:off x="3771900" y="55149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plaqueTabs</a:t>
            </a:r>
          </a:p>
        </p:txBody>
      </p:sp>
      <p:sp>
        <p:nvSpPr>
          <p:cNvPr id="369" name="lineInv"/>
          <p:cNvSpPr/>
          <p:nvPr/>
        </p:nvSpPr>
        <p:spPr>
          <a:xfrm>
            <a:off x="4619625" y="5181600"/>
            <a:ext cx="476250" cy="323850"/>
          </a:xfrm>
          <a:prstGeom prst="lineInv">
            <a:avLst/>
          </a:prstGeom>
          <a:solidFill>
            <a:schemeClr val="accent3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70" name="sp"/>
          <p:cNvSpPr/>
          <p:nvPr/>
        </p:nvSpPr>
        <p:spPr>
          <a:xfrm>
            <a:off x="4495800" y="55149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lineInv</a:t>
            </a:r>
          </a:p>
        </p:txBody>
      </p:sp>
      <p:sp>
        <p:nvSpPr>
          <p:cNvPr id="371" name="flowChartOfflineStorage"/>
          <p:cNvSpPr/>
          <p:nvPr/>
        </p:nvSpPr>
        <p:spPr>
          <a:xfrm>
            <a:off x="5343525" y="5181600"/>
            <a:ext cx="476250" cy="323850"/>
          </a:xfrm>
          <a:prstGeom prst="flowChartOfflineStorage">
            <a:avLst/>
          </a:prstGeom>
          <a:solidFill>
            <a:schemeClr val="accent4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72" name="sp"/>
          <p:cNvSpPr/>
          <p:nvPr/>
        </p:nvSpPr>
        <p:spPr>
          <a:xfrm>
            <a:off x="5219700" y="55149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OfflineStorage</a:t>
            </a:r>
          </a:p>
        </p:txBody>
      </p:sp>
      <p:sp>
        <p:nvSpPr>
          <p:cNvPr id="373" name="callout3"/>
          <p:cNvSpPr/>
          <p:nvPr/>
        </p:nvSpPr>
        <p:spPr>
          <a:xfrm>
            <a:off x="6067425" y="5181600"/>
            <a:ext cx="476250" cy="323850"/>
          </a:xfrm>
          <a:prstGeom prst="callout3">
            <a:avLst/>
          </a:prstGeom>
          <a:solidFill>
            <a:schemeClr val="accent5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74" name="sp"/>
          <p:cNvSpPr/>
          <p:nvPr/>
        </p:nvSpPr>
        <p:spPr>
          <a:xfrm>
            <a:off x="5943600" y="55149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callout3</a:t>
            </a:r>
          </a:p>
        </p:txBody>
      </p:sp>
      <p:sp>
        <p:nvSpPr>
          <p:cNvPr id="375" name="borderCallout3"/>
          <p:cNvSpPr/>
          <p:nvPr/>
        </p:nvSpPr>
        <p:spPr>
          <a:xfrm>
            <a:off x="6791325" y="5181600"/>
            <a:ext cx="476250" cy="323850"/>
          </a:xfrm>
          <a:prstGeom prst="borderCallout3">
            <a:avLst/>
          </a:prstGeom>
          <a:solidFill>
            <a:schemeClr val="accent6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76" name="sp"/>
          <p:cNvSpPr/>
          <p:nvPr/>
        </p:nvSpPr>
        <p:spPr>
          <a:xfrm>
            <a:off x="6667500" y="55149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borderCallout3</a:t>
            </a:r>
          </a:p>
        </p:txBody>
      </p:sp>
      <p:sp>
        <p:nvSpPr>
          <p:cNvPr id="377" name="accentCallout1"/>
          <p:cNvSpPr/>
          <p:nvPr/>
        </p:nvSpPr>
        <p:spPr>
          <a:xfrm>
            <a:off x="7515225" y="5181600"/>
            <a:ext cx="476250" cy="323850"/>
          </a:xfrm>
          <a:prstGeom prst="accentCallout1">
            <a:avLst/>
          </a:prstGeom>
          <a:solidFill>
            <a:schemeClr val="accent1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78" name="sp"/>
          <p:cNvSpPr/>
          <p:nvPr/>
        </p:nvSpPr>
        <p:spPr>
          <a:xfrm>
            <a:off x="7391400" y="55149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accentCallout1</a:t>
            </a:r>
          </a:p>
        </p:txBody>
      </p:sp>
      <p:sp>
        <p:nvSpPr>
          <p:cNvPr id="379" name="accentCallout2"/>
          <p:cNvSpPr/>
          <p:nvPr/>
        </p:nvSpPr>
        <p:spPr>
          <a:xfrm>
            <a:off x="8239125" y="5181600"/>
            <a:ext cx="476250" cy="323850"/>
          </a:xfrm>
          <a:prstGeom prst="accentCallout2">
            <a:avLst/>
          </a:prstGeom>
          <a:solidFill>
            <a:schemeClr val="accent2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80" name="sp"/>
          <p:cNvSpPr/>
          <p:nvPr/>
        </p:nvSpPr>
        <p:spPr>
          <a:xfrm>
            <a:off x="8115300" y="55149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accentCallout2</a:t>
            </a:r>
          </a:p>
        </p:txBody>
      </p:sp>
      <p:sp>
        <p:nvSpPr>
          <p:cNvPr id="381" name="accentCallout3"/>
          <p:cNvSpPr/>
          <p:nvPr/>
        </p:nvSpPr>
        <p:spPr>
          <a:xfrm>
            <a:off x="8963025" y="5181600"/>
            <a:ext cx="476250" cy="323850"/>
          </a:xfrm>
          <a:prstGeom prst="accentCallout3">
            <a:avLst/>
          </a:prstGeom>
          <a:solidFill>
            <a:schemeClr val="accent3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82" name="sp"/>
          <p:cNvSpPr/>
          <p:nvPr/>
        </p:nvSpPr>
        <p:spPr>
          <a:xfrm>
            <a:off x="8839200" y="55149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accentCallout3</a:t>
            </a:r>
          </a:p>
        </p:txBody>
      </p:sp>
      <p:sp>
        <p:nvSpPr>
          <p:cNvPr id="383" name="accentBorderCallout1"/>
          <p:cNvSpPr/>
          <p:nvPr/>
        </p:nvSpPr>
        <p:spPr>
          <a:xfrm>
            <a:off x="9686925" y="5181600"/>
            <a:ext cx="476250" cy="323850"/>
          </a:xfrm>
          <a:prstGeom prst="accentBorderCallout1">
            <a:avLst/>
          </a:prstGeom>
          <a:solidFill>
            <a:schemeClr val="accent4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84" name="sp"/>
          <p:cNvSpPr/>
          <p:nvPr/>
        </p:nvSpPr>
        <p:spPr>
          <a:xfrm>
            <a:off x="9563100" y="55149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accentBorderCallout1</a:t>
            </a:r>
          </a:p>
        </p:txBody>
      </p:sp>
      <p:sp>
        <p:nvSpPr>
          <p:cNvPr id="385" name="accentBorderCallout2"/>
          <p:cNvSpPr/>
          <p:nvPr/>
        </p:nvSpPr>
        <p:spPr>
          <a:xfrm>
            <a:off x="10410825" y="5181600"/>
            <a:ext cx="476250" cy="323850"/>
          </a:xfrm>
          <a:prstGeom prst="accentBorderCallout2">
            <a:avLst/>
          </a:prstGeom>
          <a:solidFill>
            <a:schemeClr val="accent5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86" name="sp"/>
          <p:cNvSpPr/>
          <p:nvPr/>
        </p:nvSpPr>
        <p:spPr>
          <a:xfrm>
            <a:off x="10287000" y="55149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accentBorderCallout2</a:t>
            </a:r>
          </a:p>
        </p:txBody>
      </p:sp>
      <p:sp>
        <p:nvSpPr>
          <p:cNvPr id="387" name="accentBorderCallout3"/>
          <p:cNvSpPr/>
          <p:nvPr/>
        </p:nvSpPr>
        <p:spPr>
          <a:xfrm>
            <a:off x="11134725" y="5181600"/>
            <a:ext cx="476250" cy="323850"/>
          </a:xfrm>
          <a:prstGeom prst="accentBorderCallout3">
            <a:avLst/>
          </a:prstGeom>
          <a:solidFill>
            <a:schemeClr val="accent6"/>
          </a:solidFill>
          <a:ln w="9525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88" name="sp"/>
          <p:cNvSpPr/>
          <p:nvPr/>
        </p:nvSpPr>
        <p:spPr>
          <a:xfrm>
            <a:off x="11010900" y="5514975"/>
            <a:ext cx="723900" cy="1333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600">
                <a:solidFill>
                  <a:srgbClr val="666666"/>
                </a:solidFill>
              </a:rPr>
              <a:t>accentBorderCallout3</a:t>
            </a:r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p"/>
          <p:cNvSpPr/>
          <p:nvPr/>
        </p:nvSpPr>
        <p:spPr>
          <a:xfrm>
            <a:off x="228600" y="133350"/>
            <a:ext cx="5715000" cy="3238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1800" b="1">
                <a:solidFill>
                  <a:schemeClr val="tx2"/>
                </a:solidFill>
              </a:rPr>
              <a:t>效果 · 填充</a:t>
            </a:r>
          </a:p>
        </p:txBody>
      </p:sp>
      <p:sp>
        <p:nvSpPr>
          <p:cNvPr id="391" name="sp"/>
          <p:cNvSpPr/>
          <p:nvPr/>
        </p:nvSpPr>
        <p:spPr>
          <a:xfrm>
            <a:off x="381000" y="762000"/>
            <a:ext cx="1809750" cy="1047750"/>
          </a:xfrm>
          <a:prstGeom prst="roundRect">
            <a:avLst/>
          </a:prstGeom>
          <a:solidFill>
            <a:schemeClr val="accent1"/>
          </a:solidFill>
          <a:effectLst>
            <a:outerShdw blurRad="76200" dist="63500" dir="2700000">
              <a:srgbClr val="000000">
                <a:alpha val="45000"/>
              </a:srgbClr>
            </a:outerShdw>
          </a:effectLst>
        </p:spPr>
        <p:txBody>
          <a:bodyPr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外阴影</a:t>
            </a:r>
          </a:p>
        </p:txBody>
      </p:sp>
      <p:sp>
        <p:nvSpPr>
          <p:cNvPr id="392" name="sp"/>
          <p:cNvSpPr/>
          <p:nvPr/>
        </p:nvSpPr>
        <p:spPr>
          <a:xfrm>
            <a:off x="3238500" y="762000"/>
            <a:ext cx="1809750" cy="1047750"/>
          </a:xfrm>
          <a:prstGeom prst="roundRect">
            <a:avLst/>
          </a:prstGeom>
          <a:solidFill>
            <a:schemeClr val="accent2"/>
          </a:solidFill>
          <a:effectLst>
            <a:glow rad="152400">
              <a:schemeClr val="accent2">
                <a:alpha val="80000"/>
              </a:schemeClr>
            </a:glow>
          </a:effectLst>
        </p:spPr>
        <p:txBody>
          <a:bodyPr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发光</a:t>
            </a:r>
          </a:p>
        </p:txBody>
      </p:sp>
      <p:sp>
        <p:nvSpPr>
          <p:cNvPr id="393" name="sp"/>
          <p:cNvSpPr/>
          <p:nvPr/>
        </p:nvSpPr>
        <p:spPr>
          <a:xfrm>
            <a:off x="6096000" y="762000"/>
            <a:ext cx="1809750" cy="1047750"/>
          </a:xfrm>
          <a:prstGeom prst="roundRect">
            <a:avLst/>
          </a:prstGeom>
          <a:solidFill>
            <a:schemeClr val="accent6"/>
          </a:solidFill>
          <a:effectLst>
            <a:softEdge rad="114300"/>
          </a:effectLst>
        </p:spPr>
        <p:txBody>
          <a:bodyPr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柔化边缘</a:t>
            </a:r>
          </a:p>
        </p:txBody>
      </p:sp>
      <p:sp>
        <p:nvSpPr>
          <p:cNvPr id="394" name="sp"/>
          <p:cNvSpPr/>
          <p:nvPr/>
        </p:nvSpPr>
        <p:spPr>
          <a:xfrm>
            <a:off x="8953500" y="762000"/>
            <a:ext cx="1809750" cy="1047750"/>
          </a:xfrm>
          <a:prstGeom prst="roundRect">
            <a:avLst/>
          </a:prstGeom>
          <a:solidFill>
            <a:schemeClr val="accent4"/>
          </a:solidFill>
          <a:effectLst>
            <a:glow rad="76200">
              <a:schemeClr val="accent4"/>
            </a:glow>
            <a:outerShdw blurRad="50800" dist="38100" dir="5400000">
              <a:srgbClr val="000000">
                <a:alpha val="50000"/>
              </a:srgbClr>
            </a:outerShdw>
          </a:effectLst>
        </p:spPr>
        <p:txBody>
          <a:bodyPr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阴影+发光</a:t>
            </a:r>
          </a:p>
        </p:txBody>
      </p:sp>
      <p:sp>
        <p:nvSpPr>
          <p:cNvPr id="395" name="sp"/>
          <p:cNvSpPr/>
          <p:nvPr/>
        </p:nvSpPr>
        <p:spPr>
          <a:xfrm>
            <a:off x="381000" y="2476500"/>
            <a:ext cx="2286000" cy="104775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/>
          </a:gradFill>
          <a:ln w="6350">
            <a:solidFill>
              <a:srgbClr val="999999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96" name="sp"/>
          <p:cNvSpPr/>
          <p:nvPr/>
        </p:nvSpPr>
        <p:spPr>
          <a:xfrm>
            <a:off x="381000" y="3562350"/>
            <a:ext cx="2286000" cy="1905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线性渐变 45°</a:t>
            </a:r>
          </a:p>
        </p:txBody>
      </p:sp>
      <p:sp>
        <p:nvSpPr>
          <p:cNvPr id="397" name="sp"/>
          <p:cNvSpPr/>
          <p:nvPr/>
        </p:nvSpPr>
        <p:spPr>
          <a:xfrm>
            <a:off x="3238500" y="2476500"/>
            <a:ext cx="2286000" cy="1047750"/>
          </a:xfrm>
          <a:prstGeom prst="rect">
            <a:avLst/>
          </a:prstGeom>
          <a:gradFill>
            <a:gsLst>
              <a:gs pos="0">
                <a:srgbClr val="FF5252"/>
              </a:gs>
              <a:gs pos="50000">
                <a:srgbClr val="FFD740"/>
              </a:gs>
              <a:gs pos="100000">
                <a:srgbClr val="69F0AE"/>
              </a:gs>
            </a:gsLst>
            <a:lin ang="0"/>
          </a:gradFill>
          <a:ln w="6350">
            <a:solidFill>
              <a:srgbClr val="999999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98" name="sp"/>
          <p:cNvSpPr/>
          <p:nvPr/>
        </p:nvSpPr>
        <p:spPr>
          <a:xfrm>
            <a:off x="3238500" y="3562350"/>
            <a:ext cx="2286000" cy="1905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三色渐变 0°</a:t>
            </a:r>
          </a:p>
        </p:txBody>
      </p:sp>
      <p:sp>
        <p:nvSpPr>
          <p:cNvPr id="399" name="sp"/>
          <p:cNvSpPr/>
          <p:nvPr/>
        </p:nvSpPr>
        <p:spPr>
          <a:xfrm>
            <a:off x="6096000" y="2476500"/>
            <a:ext cx="2286000" cy="104775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chemeClr val="accent5"/>
              </a:gs>
            </a:gsLst>
            <a:path path="circle">
              <a:fillToRect l="50000" t="50000" r="50000" b="50000"/>
            </a:path>
          </a:gradFill>
          <a:ln w="6350">
            <a:solidFill>
              <a:srgbClr val="999999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400" name="sp"/>
          <p:cNvSpPr/>
          <p:nvPr/>
        </p:nvSpPr>
        <p:spPr>
          <a:xfrm>
            <a:off x="6096000" y="3562350"/>
            <a:ext cx="2286000" cy="1905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径向渐变</a:t>
            </a:r>
          </a:p>
        </p:txBody>
      </p:sp>
      <p:sp>
        <p:nvSpPr>
          <p:cNvPr id="401" name="sp"/>
          <p:cNvSpPr/>
          <p:nvPr/>
        </p:nvSpPr>
        <p:spPr>
          <a:xfrm>
            <a:off x="8953500" y="2476500"/>
            <a:ext cx="2286000" cy="1047750"/>
          </a:xfrm>
          <a:prstGeom prst="rect">
            <a:avLst/>
          </a:prstGeom>
          <a:pattFill prst="diagCross">
            <a:fgClr>
              <a:schemeClr val="accent1"/>
            </a:fgClr>
            <a:bgClr>
              <a:srgbClr val="FFFFFF"/>
            </a:bgClr>
          </a:pattFill>
          <a:ln w="6350">
            <a:solidFill>
              <a:srgbClr val="999999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402" name="sp"/>
          <p:cNvSpPr/>
          <p:nvPr/>
        </p:nvSpPr>
        <p:spPr>
          <a:xfrm>
            <a:off x="8953500" y="3562350"/>
            <a:ext cx="2286000" cy="1905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图案 diagCross</a:t>
            </a:r>
          </a:p>
        </p:txBody>
      </p:sp>
      <p:sp>
        <p:nvSpPr>
          <p:cNvPr id="403" name="sp"/>
          <p:cNvSpPr/>
          <p:nvPr/>
        </p:nvSpPr>
        <p:spPr>
          <a:xfrm>
            <a:off x="381000" y="4286250"/>
            <a:ext cx="2286000" cy="1047750"/>
          </a:xfrm>
          <a:prstGeom prst="rect">
            <a:avLst/>
          </a:prstGeom>
          <a:pattFill prst="horz">
            <a:fgClr>
              <a:schemeClr val="accent6"/>
            </a:fgClr>
            <a:bgClr>
              <a:srgbClr val="F2F2F2"/>
            </a:bgClr>
          </a:pattFill>
          <a:ln w="6350">
            <a:solidFill>
              <a:srgbClr val="999999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404" name="sp"/>
          <p:cNvSpPr/>
          <p:nvPr/>
        </p:nvSpPr>
        <p:spPr>
          <a:xfrm>
            <a:off x="381000" y="5372100"/>
            <a:ext cx="2286000" cy="1905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图案 horz</a:t>
            </a:r>
          </a:p>
        </p:txBody>
      </p:sp>
      <p:sp>
        <p:nvSpPr>
          <p:cNvPr id="405" name="sp"/>
          <p:cNvSpPr/>
          <p:nvPr/>
        </p:nvSpPr>
        <p:spPr>
          <a:xfrm>
            <a:off x="3238500" y="4286250"/>
            <a:ext cx="2286000" cy="1047750"/>
          </a:xfrm>
          <a:prstGeom prst="rect">
            <a:avLst/>
          </a:prstGeom>
          <a:solidFill>
            <a:schemeClr val="accent3">
              <a:alpha val="40000"/>
            </a:schemeClr>
          </a:solidFill>
          <a:ln w="6350">
            <a:solidFill>
              <a:srgbClr val="999999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406" name="sp"/>
          <p:cNvSpPr/>
          <p:nvPr/>
        </p:nvSpPr>
        <p:spPr>
          <a:xfrm>
            <a:off x="3238500" y="5372100"/>
            <a:ext cx="2286000" cy="1905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半透明 40%</a:t>
            </a:r>
          </a:p>
        </p:txBody>
      </p:sp>
      <p:sp>
        <p:nvSpPr>
          <p:cNvPr id="407" name="sp"/>
          <p:cNvSpPr/>
          <p:nvPr/>
        </p:nvSpPr>
        <p:spPr>
          <a:xfrm>
            <a:off x="6096000" y="4286250"/>
            <a:ext cx="2286000" cy="104775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rgbClr val="999999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408" name="sp"/>
          <p:cNvSpPr/>
          <p:nvPr/>
        </p:nvSpPr>
        <p:spPr>
          <a:xfrm>
            <a:off x="6096000" y="5372100"/>
            <a:ext cx="2286000" cy="1905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lumMod 75%</a:t>
            </a:r>
          </a:p>
        </p:txBody>
      </p:sp>
      <p:sp>
        <p:nvSpPr>
          <p:cNvPr id="409" name="sp"/>
          <p:cNvSpPr/>
          <p:nvPr/>
        </p:nvSpPr>
        <p:spPr>
          <a:xfrm>
            <a:off x="8953500" y="4286250"/>
            <a:ext cx="2286000" cy="1047750"/>
          </a:xfrm>
          <a:prstGeom prst="rect">
            <a:avLst/>
          </a:prstGeom>
          <a:solidFill>
            <a:schemeClr val="accent2">
              <a:tint val="40000"/>
            </a:schemeClr>
          </a:solidFill>
          <a:ln w="6350">
            <a:solidFill>
              <a:srgbClr val="999999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410" name="sp"/>
          <p:cNvSpPr/>
          <p:nvPr/>
        </p:nvSpPr>
        <p:spPr>
          <a:xfrm>
            <a:off x="8953500" y="5372100"/>
            <a:ext cx="2286000" cy="1905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tint 40%</a:t>
            </a:r>
          </a:p>
        </p:txBody>
      </p:sp>
    </p:spTree>
  </p:cSld>
  <p:transition spd="med">
    <p:push dir="l"/>
  </p:transition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sp"/>
          <p:cNvSpPr/>
          <p:nvPr/>
        </p:nvSpPr>
        <p:spPr>
          <a:xfrm>
            <a:off x="228600" y="133350"/>
            <a:ext cx="5715000" cy="3238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1800" b="1">
                <a:solidFill>
                  <a:schemeClr val="tx2"/>
                </a:solidFill>
              </a:rPr>
              <a:t>线条 · 箭头 · 连接线</a:t>
            </a:r>
          </a:p>
        </p:txBody>
      </p:sp>
      <p:cxnSp>
        <p:nvCxnSpPr>
          <p:cNvPr id="554" name="c"/>
          <p:cNvCxnSpPr/>
          <p:nvPr/>
        </p:nvCxnSpPr>
        <p:spPr>
          <a:xfrm>
            <a:off x="1714500" y="704850"/>
            <a:ext cx="3048000" cy="0"/>
          </a:xfrm>
          <a:prstGeom prst="straightConnector1">
            <a:avLst/>
          </a:prstGeom>
          <a:ln w="28575">
            <a:solidFill>
              <a:schemeClr val="accent1"/>
            </a:solidFill>
            <a:headEnd type="triangle" w="med" len="med"/>
            <a:tailEnd type="triangle" w="lg" len="lg"/>
          </a:ln>
        </p:spPr>
      </p:cxnSp>
      <p:sp>
        <p:nvSpPr>
          <p:cNvPr id="412" name="sp"/>
          <p:cNvSpPr/>
          <p:nvPr/>
        </p:nvSpPr>
        <p:spPr>
          <a:xfrm>
            <a:off x="228600" y="590550"/>
            <a:ext cx="1428750" cy="2286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triangle</a:t>
            </a:r>
          </a:p>
        </p:txBody>
      </p:sp>
      <p:cxnSp>
        <p:nvCxnSpPr>
          <p:cNvPr id="598" name="c"/>
          <p:cNvCxnSpPr/>
          <p:nvPr/>
        </p:nvCxnSpPr>
        <p:spPr>
          <a:xfrm>
            <a:off x="1714500" y="1123950"/>
            <a:ext cx="3048000" cy="0"/>
          </a:xfrm>
          <a:prstGeom prst="straightConnector1">
            <a:avLst/>
          </a:prstGeom>
          <a:ln w="28575">
            <a:solidFill>
              <a:schemeClr val="accent1"/>
            </a:solidFill>
            <a:headEnd type="stealth" w="med" len="med"/>
            <a:tailEnd type="stealth" w="lg" len="lg"/>
          </a:ln>
        </p:spPr>
      </p:cxnSp>
      <p:sp>
        <p:nvSpPr>
          <p:cNvPr id="413" name="sp"/>
          <p:cNvSpPr/>
          <p:nvPr/>
        </p:nvSpPr>
        <p:spPr>
          <a:xfrm>
            <a:off x="228600" y="1009650"/>
            <a:ext cx="1428750" cy="2286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stealth</a:t>
            </a:r>
          </a:p>
        </p:txBody>
      </p:sp>
      <p:cxnSp>
        <p:nvCxnSpPr>
          <p:cNvPr id="642" name="c"/>
          <p:cNvCxnSpPr/>
          <p:nvPr/>
        </p:nvCxnSpPr>
        <p:spPr>
          <a:xfrm>
            <a:off x="1714500" y="1543050"/>
            <a:ext cx="3048000" cy="0"/>
          </a:xfrm>
          <a:prstGeom prst="straightConnector1">
            <a:avLst/>
          </a:prstGeom>
          <a:ln w="28575">
            <a:solidFill>
              <a:schemeClr val="accent1"/>
            </a:solidFill>
            <a:headEnd type="diamond" w="med" len="med"/>
            <a:tailEnd type="diamond" w="lg" len="lg"/>
          </a:ln>
        </p:spPr>
      </p:cxnSp>
      <p:sp>
        <p:nvSpPr>
          <p:cNvPr id="414" name="sp"/>
          <p:cNvSpPr/>
          <p:nvPr/>
        </p:nvSpPr>
        <p:spPr>
          <a:xfrm>
            <a:off x="228600" y="1428750"/>
            <a:ext cx="1428750" cy="2286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diamond</a:t>
            </a:r>
          </a:p>
        </p:txBody>
      </p:sp>
      <p:cxnSp>
        <p:nvCxnSpPr>
          <p:cNvPr id="686" name="c"/>
          <p:cNvCxnSpPr/>
          <p:nvPr/>
        </p:nvCxnSpPr>
        <p:spPr>
          <a:xfrm>
            <a:off x="1714500" y="1962150"/>
            <a:ext cx="3048000" cy="0"/>
          </a:xfrm>
          <a:prstGeom prst="straightConnector1">
            <a:avLst/>
          </a:prstGeom>
          <a:ln w="28575">
            <a:solidFill>
              <a:schemeClr val="accent1"/>
            </a:solidFill>
            <a:headEnd type="oval" w="med" len="med"/>
            <a:tailEnd type="oval" w="lg" len="lg"/>
          </a:ln>
        </p:spPr>
      </p:cxnSp>
      <p:sp>
        <p:nvSpPr>
          <p:cNvPr id="415" name="sp"/>
          <p:cNvSpPr/>
          <p:nvPr/>
        </p:nvSpPr>
        <p:spPr>
          <a:xfrm>
            <a:off x="228600" y="1847850"/>
            <a:ext cx="1428750" cy="2286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oval</a:t>
            </a:r>
          </a:p>
        </p:txBody>
      </p:sp>
      <p:cxnSp>
        <p:nvCxnSpPr>
          <p:cNvPr id="730" name="c"/>
          <p:cNvCxnSpPr/>
          <p:nvPr/>
        </p:nvCxnSpPr>
        <p:spPr>
          <a:xfrm>
            <a:off x="1714500" y="2381250"/>
            <a:ext cx="3048000" cy="0"/>
          </a:xfrm>
          <a:prstGeom prst="straightConnector1">
            <a:avLst/>
          </a:prstGeom>
          <a:ln w="28575">
            <a:solidFill>
              <a:schemeClr val="accent1"/>
            </a:solidFill>
            <a:headEnd type="arrow" w="med" len="med"/>
            <a:tailEnd type="arrow" w="lg" len="lg"/>
          </a:ln>
        </p:spPr>
      </p:cxnSp>
      <p:sp>
        <p:nvSpPr>
          <p:cNvPr id="416" name="sp"/>
          <p:cNvSpPr/>
          <p:nvPr/>
        </p:nvSpPr>
        <p:spPr>
          <a:xfrm>
            <a:off x="228600" y="2266950"/>
            <a:ext cx="1428750" cy="2286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arrow</a:t>
            </a:r>
          </a:p>
        </p:txBody>
      </p:sp>
      <p:cxnSp>
        <p:nvCxnSpPr>
          <p:cNvPr id="774" name="c"/>
          <p:cNvCxnSpPr/>
          <p:nvPr/>
        </p:nvCxnSpPr>
        <p:spPr>
          <a:xfrm>
            <a:off x="1714500" y="2800350"/>
            <a:ext cx="3048000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lg" len="lg"/>
          </a:ln>
        </p:spPr>
      </p:cxnSp>
      <p:sp>
        <p:nvSpPr>
          <p:cNvPr id="417" name="sp"/>
          <p:cNvSpPr/>
          <p:nvPr/>
        </p:nvSpPr>
        <p:spPr>
          <a:xfrm>
            <a:off x="228600" y="2686050"/>
            <a:ext cx="1428750" cy="2286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none</a:t>
            </a:r>
          </a:p>
        </p:txBody>
      </p:sp>
      <p:cxnSp>
        <p:nvCxnSpPr>
          <p:cNvPr id="1074" name="c"/>
          <p:cNvCxnSpPr/>
          <p:nvPr/>
        </p:nvCxnSpPr>
        <p:spPr>
          <a:xfrm>
            <a:off x="6667500" y="704850"/>
            <a:ext cx="2857500" cy="0"/>
          </a:xfrm>
          <a:prstGeom prst="straightConnector1">
            <a:avLst/>
          </a:prstGeom>
          <a:ln w="19050">
            <a:solidFill>
              <a:schemeClr val="accent2"/>
            </a:solidFill>
            <a:prstDash val="solid"/>
          </a:ln>
        </p:spPr>
      </p:cxnSp>
      <p:sp>
        <p:nvSpPr>
          <p:cNvPr id="418" name="sp"/>
          <p:cNvSpPr/>
          <p:nvPr/>
        </p:nvSpPr>
        <p:spPr>
          <a:xfrm>
            <a:off x="5143500" y="590550"/>
            <a:ext cx="1428750" cy="2286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solid</a:t>
            </a:r>
          </a:p>
        </p:txBody>
      </p:sp>
      <p:cxnSp>
        <p:nvCxnSpPr>
          <p:cNvPr id="1112" name="c"/>
          <p:cNvCxnSpPr/>
          <p:nvPr/>
        </p:nvCxnSpPr>
        <p:spPr>
          <a:xfrm>
            <a:off x="6667500" y="1066800"/>
            <a:ext cx="2857500" cy="0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</a:ln>
        </p:spPr>
      </p:cxnSp>
      <p:sp>
        <p:nvSpPr>
          <p:cNvPr id="419" name="sp"/>
          <p:cNvSpPr/>
          <p:nvPr/>
        </p:nvSpPr>
        <p:spPr>
          <a:xfrm>
            <a:off x="5143500" y="952500"/>
            <a:ext cx="1428750" cy="2286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dash</a:t>
            </a:r>
          </a:p>
        </p:txBody>
      </p:sp>
      <p:cxnSp>
        <p:nvCxnSpPr>
          <p:cNvPr id="1150" name="c"/>
          <p:cNvCxnSpPr/>
          <p:nvPr/>
        </p:nvCxnSpPr>
        <p:spPr>
          <a:xfrm>
            <a:off x="6667500" y="1428750"/>
            <a:ext cx="2857500" cy="0"/>
          </a:xfrm>
          <a:prstGeom prst="straightConnector1">
            <a:avLst/>
          </a:prstGeom>
          <a:ln w="19050">
            <a:solidFill>
              <a:schemeClr val="accent2"/>
            </a:solidFill>
            <a:prstDash val="dot"/>
          </a:ln>
        </p:spPr>
      </p:cxnSp>
      <p:sp>
        <p:nvSpPr>
          <p:cNvPr id="420" name="sp"/>
          <p:cNvSpPr/>
          <p:nvPr/>
        </p:nvSpPr>
        <p:spPr>
          <a:xfrm>
            <a:off x="5143500" y="1314450"/>
            <a:ext cx="1428750" cy="2286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dot</a:t>
            </a:r>
          </a:p>
        </p:txBody>
      </p:sp>
      <p:cxnSp>
        <p:nvCxnSpPr>
          <p:cNvPr id="1188" name="c"/>
          <p:cNvCxnSpPr/>
          <p:nvPr/>
        </p:nvCxnSpPr>
        <p:spPr>
          <a:xfrm>
            <a:off x="6667500" y="1790700"/>
            <a:ext cx="2857500" cy="0"/>
          </a:xfrm>
          <a:prstGeom prst="straightConnector1">
            <a:avLst/>
          </a:prstGeom>
          <a:ln w="19050">
            <a:solidFill>
              <a:schemeClr val="accent2"/>
            </a:solidFill>
            <a:prstDash val="dashDot"/>
          </a:ln>
        </p:spPr>
      </p:cxnSp>
      <p:sp>
        <p:nvSpPr>
          <p:cNvPr id="421" name="sp"/>
          <p:cNvSpPr/>
          <p:nvPr/>
        </p:nvSpPr>
        <p:spPr>
          <a:xfrm>
            <a:off x="5143500" y="1676400"/>
            <a:ext cx="1428750" cy="2286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dashDot</a:t>
            </a:r>
          </a:p>
        </p:txBody>
      </p:sp>
      <p:cxnSp>
        <p:nvCxnSpPr>
          <p:cNvPr id="1226" name="c"/>
          <p:cNvCxnSpPr/>
          <p:nvPr/>
        </p:nvCxnSpPr>
        <p:spPr>
          <a:xfrm>
            <a:off x="6667500" y="2152650"/>
            <a:ext cx="2857500" cy="0"/>
          </a:xfrm>
          <a:prstGeom prst="straightConnector1">
            <a:avLst/>
          </a:prstGeom>
          <a:ln w="19050">
            <a:solidFill>
              <a:schemeClr val="accent2"/>
            </a:solidFill>
            <a:prstDash val="lgDash"/>
          </a:ln>
        </p:spPr>
      </p:cxnSp>
      <p:sp>
        <p:nvSpPr>
          <p:cNvPr id="422" name="sp"/>
          <p:cNvSpPr/>
          <p:nvPr/>
        </p:nvSpPr>
        <p:spPr>
          <a:xfrm>
            <a:off x="5143500" y="2038350"/>
            <a:ext cx="1428750" cy="2286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lgDash</a:t>
            </a:r>
          </a:p>
        </p:txBody>
      </p:sp>
      <p:cxnSp>
        <p:nvCxnSpPr>
          <p:cNvPr id="1264" name="c"/>
          <p:cNvCxnSpPr/>
          <p:nvPr/>
        </p:nvCxnSpPr>
        <p:spPr>
          <a:xfrm>
            <a:off x="6667500" y="2514600"/>
            <a:ext cx="2857500" cy="0"/>
          </a:xfrm>
          <a:prstGeom prst="straightConnector1">
            <a:avLst/>
          </a:prstGeom>
          <a:ln w="19050">
            <a:solidFill>
              <a:schemeClr val="accent2"/>
            </a:solidFill>
            <a:prstDash val="lgDashDotDot"/>
          </a:ln>
        </p:spPr>
      </p:cxnSp>
      <p:sp>
        <p:nvSpPr>
          <p:cNvPr id="423" name="sp"/>
          <p:cNvSpPr/>
          <p:nvPr/>
        </p:nvSpPr>
        <p:spPr>
          <a:xfrm>
            <a:off x="5143500" y="2400300"/>
            <a:ext cx="1428750" cy="2286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lgDashDotDot</a:t>
            </a:r>
          </a:p>
        </p:txBody>
      </p:sp>
      <p:cxnSp>
        <p:nvCxnSpPr>
          <p:cNvPr id="1302" name="c"/>
          <p:cNvCxnSpPr/>
          <p:nvPr/>
        </p:nvCxnSpPr>
        <p:spPr>
          <a:xfrm>
            <a:off x="6667500" y="2876550"/>
            <a:ext cx="2857500" cy="0"/>
          </a:xfrm>
          <a:prstGeom prst="straightConnector1">
            <a:avLst/>
          </a:prstGeom>
          <a:ln w="19050">
            <a:solidFill>
              <a:schemeClr val="accent2"/>
            </a:solidFill>
            <a:prstDash val="sysDash"/>
          </a:ln>
        </p:spPr>
      </p:cxnSp>
      <p:sp>
        <p:nvSpPr>
          <p:cNvPr id="424" name="sp"/>
          <p:cNvSpPr/>
          <p:nvPr/>
        </p:nvSpPr>
        <p:spPr>
          <a:xfrm>
            <a:off x="5143500" y="2762250"/>
            <a:ext cx="1428750" cy="2286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sysDash</a:t>
            </a:r>
          </a:p>
        </p:txBody>
      </p:sp>
      <p:cxnSp>
        <p:nvCxnSpPr>
          <p:cNvPr id="760" name="c"/>
          <p:cNvCxnSpPr/>
          <p:nvPr/>
        </p:nvCxnSpPr>
        <p:spPr>
          <a:xfrm>
            <a:off x="571500" y="3810000"/>
            <a:ext cx="1905000" cy="1143000"/>
          </a:xfrm>
          <a:prstGeom prst="bentConnector2">
            <a:avLst/>
          </a:prstGeom>
          <a:ln w="22225">
            <a:solidFill>
              <a:schemeClr val="accent6"/>
            </a:solidFill>
            <a:tailEnd type="triangle"/>
          </a:ln>
        </p:spPr>
      </p:cxnSp>
      <p:sp>
        <p:nvSpPr>
          <p:cNvPr id="425" name="sp"/>
          <p:cNvSpPr/>
          <p:nvPr/>
        </p:nvSpPr>
        <p:spPr>
          <a:xfrm>
            <a:off x="571500" y="5048250"/>
            <a:ext cx="1905000" cy="2095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bentConnector2</a:t>
            </a:r>
          </a:p>
        </p:txBody>
      </p:sp>
      <p:cxnSp>
        <p:nvCxnSpPr>
          <p:cNvPr id="1060" name="c"/>
          <p:cNvCxnSpPr/>
          <p:nvPr/>
        </p:nvCxnSpPr>
        <p:spPr>
          <a:xfrm>
            <a:off x="3429000" y="3810000"/>
            <a:ext cx="1905000" cy="1143000"/>
          </a:xfrm>
          <a:prstGeom prst="bentConnector3">
            <a:avLst/>
          </a:prstGeom>
          <a:ln w="22225">
            <a:solidFill>
              <a:schemeClr val="accent6"/>
            </a:solidFill>
            <a:tailEnd type="triangle"/>
          </a:ln>
        </p:spPr>
      </p:cxnSp>
      <p:sp>
        <p:nvSpPr>
          <p:cNvPr id="426" name="sp"/>
          <p:cNvSpPr/>
          <p:nvPr/>
        </p:nvSpPr>
        <p:spPr>
          <a:xfrm>
            <a:off x="3429000" y="5048250"/>
            <a:ext cx="1905000" cy="2095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bentConnector3</a:t>
            </a:r>
          </a:p>
        </p:txBody>
      </p:sp>
      <p:cxnSp>
        <p:nvCxnSpPr>
          <p:cNvPr id="1360" name="c"/>
          <p:cNvCxnSpPr/>
          <p:nvPr/>
        </p:nvCxnSpPr>
        <p:spPr>
          <a:xfrm>
            <a:off x="6286500" y="3810000"/>
            <a:ext cx="1905000" cy="1143000"/>
          </a:xfrm>
          <a:prstGeom prst="curvedConnector3">
            <a:avLst/>
          </a:prstGeom>
          <a:ln w="22225">
            <a:solidFill>
              <a:schemeClr val="accent6"/>
            </a:solidFill>
            <a:tailEnd type="triangle"/>
          </a:ln>
        </p:spPr>
      </p:cxnSp>
      <p:sp>
        <p:nvSpPr>
          <p:cNvPr id="427" name="sp"/>
          <p:cNvSpPr/>
          <p:nvPr/>
        </p:nvSpPr>
        <p:spPr>
          <a:xfrm>
            <a:off x="6286500" y="5048250"/>
            <a:ext cx="1905000" cy="2095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curvedConnector3</a:t>
            </a:r>
          </a:p>
        </p:txBody>
      </p:sp>
      <p:cxnSp>
        <p:nvCxnSpPr>
          <p:cNvPr id="1660" name="c"/>
          <p:cNvCxnSpPr/>
          <p:nvPr/>
        </p:nvCxnSpPr>
        <p:spPr>
          <a:xfrm>
            <a:off x="9144000" y="3810000"/>
            <a:ext cx="1905000" cy="1143000"/>
          </a:xfrm>
          <a:prstGeom prst="curvedConnector4">
            <a:avLst/>
          </a:prstGeom>
          <a:ln w="22225">
            <a:solidFill>
              <a:schemeClr val="accent6"/>
            </a:solidFill>
            <a:tailEnd type="triangle"/>
          </a:ln>
        </p:spPr>
      </p:cxnSp>
      <p:sp>
        <p:nvSpPr>
          <p:cNvPr id="428" name="sp"/>
          <p:cNvSpPr/>
          <p:nvPr/>
        </p:nvSpPr>
        <p:spPr>
          <a:xfrm>
            <a:off x="9144000" y="5048250"/>
            <a:ext cx="1905000" cy="2095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curvedConnector4</a:t>
            </a:r>
          </a:p>
        </p:txBody>
      </p:sp>
      <p:cxnSp>
        <p:nvCxnSpPr>
          <p:cNvPr id="1020" name="c"/>
          <p:cNvCxnSpPr/>
          <p:nvPr/>
        </p:nvCxnSpPr>
        <p:spPr>
          <a:xfrm>
            <a:off x="952500" y="5905500"/>
            <a:ext cx="2095500" cy="0"/>
          </a:xfrm>
          <a:prstGeom prst="straightConnector1">
            <a:avLst/>
          </a:prstGeom>
          <a:ln w="47625" cap="flat">
            <a:solidFill>
              <a:schemeClr val="accent4"/>
            </a:solidFill>
          </a:ln>
        </p:spPr>
      </p:cxnSp>
      <p:sp>
        <p:nvSpPr>
          <p:cNvPr id="429" name="sp"/>
          <p:cNvSpPr/>
          <p:nvPr/>
        </p:nvSpPr>
        <p:spPr>
          <a:xfrm>
            <a:off x="952500" y="6096000"/>
            <a:ext cx="2095500" cy="2095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cap=flat</a:t>
            </a:r>
          </a:p>
        </p:txBody>
      </p:sp>
      <p:cxnSp>
        <p:nvCxnSpPr>
          <p:cNvPr id="1340" name="c"/>
          <p:cNvCxnSpPr/>
          <p:nvPr/>
        </p:nvCxnSpPr>
        <p:spPr>
          <a:xfrm>
            <a:off x="4000500" y="5905500"/>
            <a:ext cx="2095500" cy="0"/>
          </a:xfrm>
          <a:prstGeom prst="straightConnector1">
            <a:avLst/>
          </a:prstGeom>
          <a:ln w="47625" cap="rnd">
            <a:solidFill>
              <a:schemeClr val="accent4"/>
            </a:solidFill>
          </a:ln>
        </p:spPr>
      </p:cxnSp>
      <p:sp>
        <p:nvSpPr>
          <p:cNvPr id="430" name="sp"/>
          <p:cNvSpPr/>
          <p:nvPr/>
        </p:nvSpPr>
        <p:spPr>
          <a:xfrm>
            <a:off x="4000500" y="6096000"/>
            <a:ext cx="2095500" cy="2095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cap=rnd</a:t>
            </a:r>
          </a:p>
        </p:txBody>
      </p:sp>
      <p:cxnSp>
        <p:nvCxnSpPr>
          <p:cNvPr id="1660" name="c"/>
          <p:cNvCxnSpPr/>
          <p:nvPr/>
        </p:nvCxnSpPr>
        <p:spPr>
          <a:xfrm>
            <a:off x="7048500" y="5905500"/>
            <a:ext cx="2095500" cy="0"/>
          </a:xfrm>
          <a:prstGeom prst="straightConnector1">
            <a:avLst/>
          </a:prstGeom>
          <a:ln w="47625" cap="sq">
            <a:solidFill>
              <a:schemeClr val="accent4"/>
            </a:solidFill>
          </a:ln>
        </p:spPr>
      </p:cxnSp>
      <p:sp>
        <p:nvSpPr>
          <p:cNvPr id="431" name="sp"/>
          <p:cNvSpPr/>
          <p:nvPr/>
        </p:nvSpPr>
        <p:spPr>
          <a:xfrm>
            <a:off x="7048500" y="6096000"/>
            <a:ext cx="2095500" cy="2095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cap=sq</a:t>
            </a:r>
          </a:p>
        </p:txBody>
      </p:sp>
    </p:spTree>
  </p:cSld>
  <mc:AlternateContent xmlns:mc="http://schemas.openxmlformats.org/markup-compatibility/2006">
    <mc:Choice xmlns:p14="http://schemas.microsoft.com/office/powerpoint/2010/main" xmlns:p159="http://schemas.microsoft.com/office/powerpoint/2015/09/main" Requires="p14">
      <p:transition spd="slow" p14:dur="1400">
        <p14:ripple/>
      </p:transition>
    </mc:Choice>
    <mc:Fallback>
      <p:transition spd="slow">
        <p:circle/>
      </p:transition>
    </mc:Fallback>
  </mc:AlternateContent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sp"/>
          <p:cNvSpPr/>
          <p:nvPr/>
        </p:nvSpPr>
        <p:spPr>
          <a:xfrm>
            <a:off x="228600" y="133350"/>
            <a:ext cx="5715000" cy="3238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1800" b="1">
                <a:solidFill>
                  <a:schemeClr val="tx2"/>
                </a:solidFill>
              </a:rPr>
              <a:t>文字特性</a:t>
            </a:r>
          </a:p>
        </p:txBody>
      </p:sp>
      <p:sp>
        <p:nvSpPr>
          <p:cNvPr id="401" name="TextFeatures"/>
          <p:cNvSpPr txBox="1"/>
          <p:nvPr/>
        </p:nvSpPr>
        <p:spPr>
          <a:xfrm>
            <a:off x="285750" y="666750"/>
            <a:ext cx="5715000" cy="3810000"/>
          </a:xfrm>
          <a:prstGeom prst="rect">
            <a:avLst/>
          </a:prstGeom>
          <a:noFill/>
        </p:spPr>
        <p:txBody>
          <a:bodyPr/>
          <a:lstStyle/>
          <a:p>
            <a:pPr>
              <a:buNone/>
            </a:pPr>
            <a:r>
              <a:t>普通 </a:t>
            </a:r>
            <a:r>
              <a:rPr b="1"/>
              <a:t>加粗</a:t>
            </a:r>
            <a:r>
              <a:rPr i="1"/>
              <a:t> 斜体</a:t>
            </a:r>
            <a:r>
              <a:rPr u="sng"/>
              <a:t> 下划线</a:t>
            </a:r>
            <a:r>
              <a:rPr strike="sngStrike"/>
              <a:t> 删除线</a:t>
            </a:r>
          </a:p>
          <a:p>
            <a:pPr>
              <a:buNone/>
            </a:pPr>
            <a:r>
              <a:t>化学式 H</a:t>
            </a:r>
            <a:r>
              <a:rPr baseline="-25000"/>
              <a:t>2</a:t>
            </a:r>
            <a:r>
              <a:t>O，数学 x</a:t>
            </a:r>
            <a:r>
              <a:rPr baseline="30000"/>
              <a:t>2</a:t>
            </a:r>
            <a:r>
              <a:t> + y</a:t>
            </a:r>
            <a:r>
              <a:rPr baseline="30000"/>
              <a:t>2</a:t>
            </a:r>
          </a:p>
          <a:p>
            <a:pPr>
              <a:buNone/>
            </a:pPr>
            <a:r>
              <a:rPr spc="600"/>
              <a:t>宽字间距文本</a:t>
            </a:r>
          </a:p>
          <a:p>
            <a:pPr>
              <a:buNone/>
            </a:pPr>
            <a:r>
              <a:rPr cap="all"/>
              <a:t>all caps text</a:t>
            </a:r>
            <a:r>
              <a:t>  |  </a:t>
            </a:r>
            <a:r>
              <a:rPr cap="small"/>
              <a:t>small caps text</a:t>
            </a:r>
          </a:p>
          <a:p>
            <a:pPr>
              <a:buNone/>
            </a:pPr>
            <a:r>
              <a:rPr sz="2800" b="1">
                <a:solidFill>
                  <a:srgbClr val="FFFFFF"/>
                </a:solidFill>
                <a:ln w="12700">
                  <a:solidFill>
                    <a:schemeClr val="accent1"/>
                  </a:solidFill>
                </a:ln>
              </a:rPr>
              <a:t>描边文字</a:t>
            </a:r>
          </a:p>
          <a:p>
            <a:pPr>
              <a:buNone/>
            </a:pPr>
            <a:r>
              <a:rPr sz="2800" b="1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/>
                </a:gradFill>
              </a:rPr>
              <a:t>渐变文字效果</a:t>
            </a:r>
          </a:p>
          <a:p>
            <a:pPr>
              <a:buNone/>
            </a:pPr>
            <a:r>
              <a:rPr sz="1600">
                <a:highlight>
                  <a:srgbClr val="FFF176"/>
                </a:highlight>
              </a:rPr>
              <a:t>高亮标记的文字</a:t>
            </a:r>
          </a:p>
          <a:p>
            <a:pPr algn="r">
              <a:buNone/>
            </a:pPr>
            <a:r>
              <a:rPr sz="1400"/>
              <a:t>段落对齐：右对齐</a:t>
            </a:r>
          </a:p>
          <a:p>
            <a:pPr algn="ctr">
              <a:buNone/>
            </a:pPr>
            <a:r>
              <a:rPr sz="1400"/>
              <a:t>段落对齐：居中</a:t>
            </a:r>
          </a:p>
          <a:p>
            <a:pPr marL="285750" indent="-285750">
              <a:buClr>
                <a:schemeClr val="accent2"/>
              </a:buClr>
              <a:buSzPct val="120000"/>
              <a:buChar char="●"/>
            </a:pPr>
            <a:r>
              <a:rPr sz="1400"/>
              <a:t>一级项目符号</a:t>
            </a:r>
          </a:p>
          <a:p>
            <a:pPr lvl="1" marL="571500" indent="-285750">
              <a:buChar char="◦"/>
            </a:pPr>
            <a:r>
              <a:rPr sz="1300"/>
              <a:t>二级项目符号</a:t>
            </a:r>
          </a:p>
          <a:p>
            <a:pPr marL="342900" indent="-342900">
              <a:buAutoNum type="romanLcPeriod"/>
            </a:pPr>
            <a:r>
              <a:rPr sz="1300"/>
              <a:t>罗马数字编号一</a:t>
            </a:r>
          </a:p>
          <a:p>
            <a:pPr marL="342900" indent="-342900">
              <a:buAutoNum type="romanLcPeriod"/>
            </a:pPr>
            <a:r>
              <a:rPr sz="1300"/>
              <a:t>罗马数字编号二</a:t>
            </a:r>
          </a:p>
          <a:p>
            <a:pPr marL="342900" indent="-342900">
              <a:buAutoNum type="alphaLcParenBoth"/>
            </a:pPr>
            <a:r>
              <a:rPr sz="1300"/>
              <a:t>带括号编号</a:t>
            </a:r>
          </a:p>
        </p:txBody>
      </p:sp>
      <p:sp>
        <p:nvSpPr>
          <p:cNvPr id="410" name="Vertical"/>
          <p:cNvSpPr txBox="1"/>
          <p:nvPr/>
        </p:nvSpPr>
        <p:spPr>
          <a:xfrm>
            <a:off x="6477000" y="666750"/>
            <a:ext cx="857250" cy="2667000"/>
          </a:xfrm>
          <a:prstGeom prst="rect">
            <a:avLst/>
          </a:prstGeom>
          <a:solidFill>
            <a:schemeClr val="accent5"/>
          </a:solidFill>
        </p:spPr>
        <p:txBody>
          <a:bodyPr vert="eaVert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竖排文字测试</a:t>
            </a:r>
          </a:p>
        </p:txBody>
      </p:sp>
      <p:sp>
        <p:nvSpPr>
          <p:cNvPr id="411" name="Cols"/>
          <p:cNvSpPr txBox="1"/>
          <p:nvPr/>
        </p:nvSpPr>
        <p:spPr>
          <a:xfrm>
            <a:off x="7620000" y="666750"/>
            <a:ext cx="4286250" cy="1619250"/>
          </a:xfrm>
          <a:prstGeom prst="rect">
            <a:avLst/>
          </a:prstGeom>
          <a:solidFill>
            <a:srgbClr val="F5F7FA"/>
          </a:solidFill>
        </p:spPr>
        <p:txBody>
          <a:bodyPr numCol="2" spcCol="228600"/>
          <a:lstStyle/>
          <a:p>
            <a:pPr>
              <a:buNone/>
            </a:pPr>
            <a:r>
              <a:rPr sz="1100"/>
              <a:t>双栏排版：左栏文本会自动流入右栏，用于验证 numCol 与 spcCol 的解析与渲染。</a:t>
            </a:r>
          </a:p>
          <a:p>
            <a:pPr>
              <a:buNone/>
            </a:pPr>
            <a:r>
              <a:rPr sz="1100"/>
              <a:t>第二段继续填充，确保分栏高度计算正确。</a:t>
            </a:r>
          </a:p>
          <a:p>
            <a:pPr>
              <a:buNone/>
            </a:pPr>
            <a:r>
              <a:rPr sz="1100"/>
              <a:t>文本要足够长才会真的溢出左栏流进右栏：只有发生换栏，分栏的断点计算与右栏的横向偏移才算被验证过。</a:t>
            </a:r>
          </a:p>
          <a:p>
            <a:pPr>
              <a:buNone/>
            </a:pPr>
            <a:r>
              <a:rPr sz="1100"/>
              <a:t>再补一段把左栏彻底填满，剩余内容必须出现在右栏，否则这条分支等于没测。</a:t>
            </a:r>
          </a:p>
          <a:p>
            <a:pPr>
              <a:buNone/>
            </a:pPr>
            <a:r>
              <a:rPr sz="1100"/>
              <a:t>Latin filler keeps the column break deterministic because the headless text metric falls back to a per-character estimate that under-measures CJK; this sentence is long enough to overflow the left column under either measurement path.</a:t>
            </a:r>
          </a:p>
        </p:txBody>
      </p:sp>
      <p:sp>
        <p:nvSpPr>
          <p:cNvPr id="412" name="AutoFit"/>
          <p:cNvSpPr txBox="1"/>
          <p:nvPr/>
        </p:nvSpPr>
        <p:spPr>
          <a:xfrm>
            <a:off x="7620000" y="2571750"/>
            <a:ext cx="4286250" cy="1143000"/>
          </a:xfrm>
          <a:prstGeom prst="rect">
            <a:avLst/>
          </a:prstGeom>
          <a:solidFill>
            <a:srgbClr val="FFF8E1"/>
          </a:solidFill>
        </p:spPr>
        <p:txBody>
          <a:bodyPr>
            <a:normAutofit fontScale="70000" lnSpcReduction="10000"/>
          </a:bodyPr>
          <a:lstStyle/>
          <a:p>
            <a:pPr>
              <a:buNone/>
            </a:pPr>
            <a:r>
              <a:rPr sz="2000"/>
              <a:t>normAutofit：字号缩放到 70%，行距压缩 10%，用于验证自动适应文本框。</a:t>
            </a:r>
          </a:p>
        </p:txBody>
      </p:sp>
      <p:sp>
        <p:nvSpPr>
          <p:cNvPr id="413" name="Links"/>
          <p:cNvSpPr txBox="1"/>
          <p:nvPr/>
        </p:nvSpPr>
        <p:spPr>
          <a:xfrm>
            <a:off x="6477000" y="4000500"/>
            <a:ext cx="5334000" cy="857250"/>
          </a:xfrm>
          <a:prstGeom prst="rect">
            <a:avLst/>
          </a:prstGeom>
          <a:noFill/>
        </p:spPr>
        <p:txBody>
          <a:bodyPr/>
          <a:lstStyle/>
          <a:p>
            <a:pPr>
              <a:buNone/>
            </a:pPr>
            <a:r>
              <a:rPr sz="1400">
                <a:hlinkClick xmlns:r="http://schemas.openxmlformats.org/officeDocument/2006/relationships" r:id="rId5"/>
              </a:rPr>
              <a:t>外部超链接（example.com）</a:t>
            </a:r>
          </a:p>
          <a:p>
            <a:pPr>
              <a:buNone/>
            </a:pPr>
            <a:r>
              <a:rPr sz="1400">
                <a:hlinkClick xmlns:r="http://schemas.openxmlformats.org/officeDocument/2006/relationships" r:id="" action="ppaction://hlinkshowjump?jump=firstslide"/>
              </a:rPr>
              <a:t>跳转到第 1 页</a:t>
            </a:r>
          </a:p>
        </p:txBody>
      </p:sp>
      <p:sp>
        <p:nvSpPr>
          <p:cNvPr id="433" name="sp"/>
          <p:cNvSpPr/>
          <p:nvPr/>
        </p:nvSpPr>
        <p:spPr>
          <a:xfrm rot="1800000">
            <a:off x="285750" y="4953000"/>
            <a:ext cx="1143000" cy="666750"/>
          </a:xfrm>
          <a:prstGeom prst="homePlate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800">
                <a:solidFill>
                  <a:srgbClr val="FFFFFF"/>
                </a:solidFill>
              </a:rPr>
              <a:t>rot=1800000</a:t>
            </a:r>
          </a:p>
        </p:txBody>
      </p:sp>
      <p:sp>
        <p:nvSpPr>
          <p:cNvPr id="434" name="sp"/>
          <p:cNvSpPr/>
          <p:nvPr/>
        </p:nvSpPr>
        <p:spPr>
          <a:xfrm rot="-1800000">
            <a:off x="1714500" y="4953000"/>
            <a:ext cx="1143000" cy="666750"/>
          </a:xfrm>
          <a:prstGeom prst="homePlate">
            <a:avLst/>
          </a:prstGeom>
          <a:solidFill>
            <a:schemeClr val="accent2"/>
          </a:solidFill>
        </p:spPr>
        <p:txBody>
          <a:bodyPr anchor="ctr"/>
          <a:lstStyle/>
          <a:p>
            <a:pPr algn="ctr"/>
            <a:r>
              <a:rPr sz="800">
                <a:solidFill>
                  <a:srgbClr val="FFFFFF"/>
                </a:solidFill>
              </a:rPr>
              <a:t>rot=-1800000</a:t>
            </a:r>
          </a:p>
        </p:txBody>
      </p:sp>
      <p:sp>
        <p:nvSpPr>
          <p:cNvPr id="435" name="sp"/>
          <p:cNvSpPr/>
          <p:nvPr/>
        </p:nvSpPr>
        <p:spPr>
          <a:xfrm flipH="1">
            <a:off x="3143250" y="4953000"/>
            <a:ext cx="1143000" cy="666750"/>
          </a:xfrm>
          <a:prstGeom prst="homePlate">
            <a:avLst/>
          </a:prstGeom>
          <a:solidFill>
            <a:schemeClr val="accent3"/>
          </a:solidFill>
        </p:spPr>
        <p:txBody>
          <a:bodyPr anchor="ctr"/>
          <a:lstStyle/>
          <a:p>
            <a:pPr algn="ctr"/>
            <a:r>
              <a:rPr sz="800">
                <a:solidFill>
                  <a:srgbClr val="FFFFFF"/>
                </a:solidFill>
              </a:rPr>
              <a:t>flipH</a:t>
            </a:r>
          </a:p>
        </p:txBody>
      </p:sp>
      <p:sp>
        <p:nvSpPr>
          <p:cNvPr id="436" name="sp"/>
          <p:cNvSpPr/>
          <p:nvPr/>
        </p:nvSpPr>
        <p:spPr>
          <a:xfrm flipV="1">
            <a:off x="4572000" y="4953000"/>
            <a:ext cx="1143000" cy="666750"/>
          </a:xfrm>
          <a:prstGeom prst="homePlate">
            <a:avLst/>
          </a:prstGeom>
          <a:solidFill>
            <a:schemeClr val="accent4"/>
          </a:solidFill>
        </p:spPr>
        <p:txBody>
          <a:bodyPr anchor="ctr"/>
          <a:lstStyle/>
          <a:p>
            <a:pPr algn="ctr"/>
            <a:r>
              <a:rPr sz="800">
                <a:solidFill>
                  <a:srgbClr val="FFFFFF"/>
                </a:solidFill>
              </a:rPr>
              <a:t>flipV</a:t>
            </a:r>
          </a:p>
        </p:txBody>
      </p:sp>
    </p:spTree>
  </p:cSld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1400">
        <p159:morph option="byObject"/>
      </p:transition>
    </mc:Choice>
    <mc:Fallback>
      <p:transition spd="slow">
        <p:fade/>
      </p:transition>
    </mc:Fallback>
  </mc:AlternateContent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sp"/>
          <p:cNvSpPr/>
          <p:nvPr/>
        </p:nvSpPr>
        <p:spPr>
          <a:xfrm>
            <a:off x="228600" y="133350"/>
            <a:ext cx="5715000" cy="3238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1800" b="1">
                <a:solidFill>
                  <a:schemeClr val="tx2"/>
                </a:solidFill>
              </a:rPr>
              <a:t>表格 · 图片</a:t>
            </a:r>
          </a:p>
        </p:txBody>
      </p:sp>
      <p:graphicFrame>
        <p:nvGraphicFramePr>
          <p:cNvPr id="500" name="Table"/>
          <p:cNvGraphicFramePr/>
          <p:nvPr/>
        </p:nvGraphicFramePr>
        <p:xfrm>
          <a:off x="381000" y="857250"/>
          <a:ext cx="66675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/>
                <a:gridCol w="1524000"/>
                <a:gridCol w="1524000"/>
                <a:gridCol w="152400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功能模块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.pptx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.ppt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备注</a:t>
                      </a:r>
                    </a:p>
                  </a:txBody>
                  <a:tcPr anchor="ctr"/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形状渲染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完整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规划中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140+ 预设几何</a:t>
                      </a: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文本排版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完整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纯文本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含竖排/分栏</a:t>
                      </a:r>
                    </a:p>
                  </a:txBody>
                  <a:tcPr/>
                </a:tc>
              </a:tr>
              <a:tr h="476250">
                <a:tc gridSpan="2">
                  <a:txBody>
                    <a:bodyPr/>
                    <a:lstStyle/>
                    <a:p>
                      <a:pPr algn="ctr"/>
                      <a:r>
                        <a:rPr sz="1200"/>
                        <a:t>跨列合并演示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12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自定义边框</a:t>
                      </a:r>
                    </a:p>
                  </a:txBody>
                  <a:tcPr>
                    <a:lnL w="19050">
                      <a:solidFill>
                        <a:srgbClr val="ED7D31"/>
                      </a:solidFill>
                    </a:lnL>
                    <a:lnR w="19050">
                      <a:solidFill>
                        <a:srgbClr val="ED7D31"/>
                      </a:solidFill>
                    </a:lnR>
                    <a:lnT w="19050">
                      <a:solidFill>
                        <a:srgbClr val="ED7D31"/>
                      </a:solidFill>
                    </a:lnT>
                    <a:lnB w="19050">
                      <a:solidFill>
                        <a:srgbClr val="ED7D3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粗橙边框</a:t>
                      </a: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垂直居中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垂直底部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默认顶部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对齐测试</a:t>
                      </a: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条纹行验证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band2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band1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交替底色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20" name="原图"/>
          <p:cNvPicPr/>
          <p:nvPr/>
        </p:nvPicPr>
        <p:blipFill>
          <a:blip r:embed="rId2"/>
          <a:stretch>
            <a:fillRect/>
          </a:stretch>
        </p:blipFill>
        <p:spPr>
          <a:xfrm>
            <a:off x="7524750" y="857250"/>
            <a:ext cx="1524000" cy="1143000"/>
          </a:xfrm>
          <a:prstGeom prst="rect">
            <a:avLst/>
          </a:prstGeom>
        </p:spPr>
      </p:pic>
      <p:sp>
        <p:nvSpPr>
          <p:cNvPr id="438" name="sp"/>
          <p:cNvSpPr/>
          <p:nvPr/>
        </p:nvSpPr>
        <p:spPr>
          <a:xfrm>
            <a:off x="9191625" y="1285875"/>
            <a:ext cx="1333500" cy="2857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1000">
                <a:solidFill>
                  <a:srgbClr val="404040"/>
                </a:solidFill>
              </a:rPr>
              <a:t>原图</a:t>
            </a:r>
          </a:p>
        </p:txBody>
      </p:sp>
      <p:pic>
        <p:nvPicPr>
          <p:cNvPr id="521" name="裁剪 25%"/>
          <p:cNvPicPr/>
          <p:nvPr/>
        </p:nvPicPr>
        <p:blipFill>
          <a:blip r:embed="rId2"/>
          <a:srcRect l="25000" t="25000" r="25000" b="25000"/>
          <a:stretch>
            <a:fillRect/>
          </a:stretch>
        </p:blipFill>
        <p:spPr>
          <a:xfrm>
            <a:off x="7524750" y="2238375"/>
            <a:ext cx="1524000" cy="1143000"/>
          </a:xfrm>
          <a:prstGeom prst="rect">
            <a:avLst/>
          </a:prstGeom>
        </p:spPr>
      </p:pic>
      <p:sp>
        <p:nvSpPr>
          <p:cNvPr id="439" name="sp"/>
          <p:cNvSpPr/>
          <p:nvPr/>
        </p:nvSpPr>
        <p:spPr>
          <a:xfrm>
            <a:off x="9191625" y="2667000"/>
            <a:ext cx="1333500" cy="2857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1000">
                <a:solidFill>
                  <a:srgbClr val="404040"/>
                </a:solidFill>
              </a:rPr>
              <a:t>裁剪 25%</a:t>
            </a:r>
          </a:p>
        </p:txBody>
      </p:sp>
      <p:pic>
        <p:nvPicPr>
          <p:cNvPr id="522" name="裁进圆形"/>
          <p:cNvPicPr/>
          <p:nvPr/>
        </p:nvPicPr>
        <p:blipFill>
          <a:blip r:embed="rId2"/>
          <a:stretch>
            <a:fillRect/>
          </a:stretch>
        </p:blipFill>
        <p:spPr>
          <a:xfrm>
            <a:off x="7524750" y="3619500"/>
            <a:ext cx="1524000" cy="1143000"/>
          </a:xfrm>
          <a:prstGeom prst="ellipse">
            <a:avLst/>
          </a:prstGeom>
        </p:spPr>
      </p:pic>
      <p:sp>
        <p:nvSpPr>
          <p:cNvPr id="440" name="sp"/>
          <p:cNvSpPr/>
          <p:nvPr/>
        </p:nvSpPr>
        <p:spPr>
          <a:xfrm>
            <a:off x="9191625" y="4048125"/>
            <a:ext cx="1333500" cy="2857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1000">
                <a:solidFill>
                  <a:srgbClr val="404040"/>
                </a:solidFill>
              </a:rPr>
              <a:t>裁进圆形</a:t>
            </a:r>
          </a:p>
        </p:txBody>
      </p:sp>
      <p:pic>
        <p:nvPicPr>
          <p:cNvPr id="523" name="裁进星形"/>
          <p:cNvPicPr/>
          <p:nvPr/>
        </p:nvPicPr>
        <p:blipFill>
          <a:blip r:embed="rId2"/>
          <a:stretch>
            <a:fillRect/>
          </a:stretch>
        </p:blipFill>
        <p:spPr>
          <a:xfrm>
            <a:off x="7524750" y="5000625"/>
            <a:ext cx="1524000" cy="1143000"/>
          </a:xfrm>
          <a:prstGeom prst="star5">
            <a:avLst/>
          </a:prstGeom>
        </p:spPr>
      </p:pic>
      <p:sp>
        <p:nvSpPr>
          <p:cNvPr id="441" name="sp"/>
          <p:cNvSpPr/>
          <p:nvPr/>
        </p:nvSpPr>
        <p:spPr>
          <a:xfrm>
            <a:off x="9191625" y="5429250"/>
            <a:ext cx="1333500" cy="2857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1000">
                <a:solidFill>
                  <a:srgbClr val="404040"/>
                </a:solidFill>
              </a:rPr>
              <a:t>裁进星形</a:t>
            </a:r>
          </a:p>
        </p:txBody>
      </p:sp>
      <p:sp>
        <p:nvSpPr>
          <p:cNvPr id="442" name="sp"/>
          <p:cNvSpPr/>
          <p:nvPr/>
        </p:nvSpPr>
        <p:spPr>
          <a:xfrm>
            <a:off x="10382250" y="857250"/>
            <a:ext cx="1428750" cy="1143000"/>
          </a:xfrm>
          <a:prstGeom prst="roundRect">
            <a:avLst/>
          </a:prstGeom>
          <a:blipFill>
            <a:blip r:embed="rId2"/>
            <a:srcRect l="20000" t="20000" r="20000" b="20000"/>
            <a:stretch>
              <a:fillRect/>
            </a:stretch>
          </a:blipFill>
        </p:spPr>
        <p:txBody>
          <a:bodyPr anchor="ctr"/>
          <a:lstStyle/>
          <a:p>
            <a:endParaRPr/>
          </a:p>
        </p:txBody>
      </p:sp>
      <p:sp>
        <p:nvSpPr>
          <p:cNvPr id="443" name="sp"/>
          <p:cNvSpPr/>
          <p:nvPr/>
        </p:nvSpPr>
        <p:spPr>
          <a:xfrm>
            <a:off x="10382250" y="2238375"/>
            <a:ext cx="1428750" cy="1143000"/>
          </a:xfrm>
          <a:prstGeom prst="rect">
            <a:avLst/>
          </a:prstGeom>
          <a:blipFill>
            <a:blip r:embed="rId2">
              <a:alphaModFix amt="45000"/>
            </a:blip>
            <a:tile sx="30000" sy="30000"/>
          </a:blipFill>
        </p:spPr>
        <p:txBody>
          <a:bodyPr anchor="ctr"/>
          <a:lstStyle/>
          <a:p>
            <a:endParaRPr/>
          </a:p>
        </p:txBody>
      </p:sp>
      <p:sp>
        <p:nvSpPr>
          <p:cNvPr id="444" name="sp"/>
          <p:cNvSpPr/>
          <p:nvPr/>
        </p:nvSpPr>
        <p:spPr>
          <a:xfrm>
            <a:off x="10382250" y="3619500"/>
            <a:ext cx="1428750" cy="2857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平铺+透明</a:t>
            </a:r>
          </a:p>
        </p:txBody>
      </p:sp>
      <p:sp>
        <p:nvSpPr>
          <p:cNvPr id="445" name="sp"/>
          <p:cNvSpPr/>
          <p:nvPr/>
        </p:nvSpPr>
        <p:spPr>
          <a:xfrm>
            <a:off x="381000" y="4572000"/>
            <a:ext cx="6667500" cy="2857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1000">
                <a:solidFill>
                  <a:srgbClr val="404040"/>
                </a:solidFill>
              </a:rPr>
              <a:t>表格样式：首行强调 + 条纹行 + 合并单元格 + 自定义边框 + 垂直对齐</a:t>
            </a:r>
          </a:p>
        </p:txBody>
      </p:sp>
    </p:spTree>
  </p:cSld>
  <mc:AlternateContent xmlns:mc="http://schemas.openxmlformats.org/markup-compatibility/2006">
    <mc:Choice xmlns:p14="http://schemas.microsoft.com/office/powerpoint/2010/main" xmlns:p159="http://schemas.microsoft.com/office/powerpoint/2015/09/main" Requires="p14">
      <p:transition spd="slow" p14:dur="1400">
        <p14:conveyor dir="l"/>
      </p:transition>
    </mc:Choice>
    <mc:Fallback>
      <p:transition spd="slow">
        <p:push dir="l"/>
      </p:transition>
    </mc:Fallback>
  </mc:AlternateContent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sp"/>
          <p:cNvSpPr/>
          <p:nvPr/>
        </p:nvSpPr>
        <p:spPr>
          <a:xfrm>
            <a:off x="228600" y="133350"/>
            <a:ext cx="6667500" cy="3238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1800" b="1">
                <a:solidFill>
                  <a:schemeClr val="tx2"/>
                </a:solidFill>
              </a:rPr>
              <a:t>自定义几何 · 组合嵌套 · 调节值</a:t>
            </a:r>
          </a:p>
        </p:txBody>
      </p:sp>
      <p:sp>
        <p:nvSpPr>
          <p:cNvPr id="600" name="CustGeomFormula"/>
          <p:cNvSpPr/>
          <p:nvPr/>
        </p:nvSpPr>
        <p:spPr>
          <a:xfrm>
            <a:off x="571500" y="857250"/>
            <a:ext cx="2476500" cy="2476500"/>
          </a:xfrm>
          <a:custGeom>
            <a:avLst>
              <a:gd name="adj" fmla="val 30000"/>
            </a:avLst>
            <a:gdLst>
              <a:gd name="r1" fmla="*/ w 1 2"/>
              <a:gd name="r2" fmla="*/ h 1 2"/>
              <a:gd name="ir" fmla="*/ r1 adj 100000"/>
              <a:gd name="q" fmla="*/ w 1 4"/>
            </a:gdLst>
            <a:pathLst>
              <a:path w="1000" h="1000">
                <a:moveTo>
                  <a:pt x="500" y="0"/>
                </a:moveTo>
                <a:cubicBezTo>
                  <a:pt x="780" y="0"/>
                  <a:pt x="1000" y="220"/>
                  <a:pt x="1000" y="500"/>
                </a:cubicBezTo>
                <a:cubicBezTo>
                  <a:pt x="1000" y="780"/>
                  <a:pt x="780" y="1000"/>
                  <a:pt x="500" y="1000"/>
                </a:cubicBezTo>
                <a:lnTo>
                  <a:pt x="500" y="700"/>
                </a:lnTo>
                <a:cubicBezTo>
                  <a:pt x="610" y="700"/>
                  <a:pt x="700" y="610"/>
                  <a:pt x="700" y="500"/>
                </a:cubicBezTo>
                <a:cubicBezTo>
                  <a:pt x="700" y="390"/>
                  <a:pt x="610" y="300"/>
                  <a:pt x="500" y="30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601" name="CustArc"/>
          <p:cNvSpPr/>
          <p:nvPr/>
        </p:nvSpPr>
        <p:spPr>
          <a:xfrm>
            <a:off x="3429000" y="857250"/>
            <a:ext cx="2476500" cy="2476500"/>
          </a:xfrm>
          <a:custGeom>
            <a:avLst/>
            <a:gdLst/>
            <a:pathLst>
              <a:path w="200" h="200" stroke="1" fill="none">
                <a:moveTo>
                  <a:pt x="100" y="0"/>
                </a:moveTo>
                <a:arcTo wR="100" hR="100" stAng="16200000" swAng="16200000"/>
                <a:lnTo>
                  <a:pt x="100" y="100"/>
                </a:lnTo>
              </a:path>
            </a:pathLst>
          </a:custGeom>
          <a:ln w="38100">
            <a:solidFill>
              <a:schemeClr val="accent2"/>
            </a:solidFill>
            <a:tailEnd type="triangle" w="lg" len="lg"/>
          </a:ln>
        </p:spPr>
        <p:txBody>
          <a:bodyPr/>
          <a:lstStyle/>
          <a:p>
            <a:endParaRPr/>
          </a:p>
        </p:txBody>
      </p:sp>
      <p:grpSp>
        <p:nvGrpSpPr>
          <p:cNvPr id="610" name="Outer"/>
          <p:cNvGrpSpPr/>
          <p:nvPr/>
        </p:nvGrpSpPr>
        <p:grpSpPr>
          <a:xfrm rot="900000">
            <a:off x="6477000" y="857250"/>
            <a:ext cx="4953000" cy="2476500"/>
            <a:chOff x="0" y="0"/>
            <a:chExt cx="2476500" cy="1238250"/>
          </a:xfrm>
        </p:grpSpPr>
        <p:sp>
          <p:nvSpPr>
            <p:cNvPr id="446" name="sp"/>
            <p:cNvSpPr/>
            <p:nvPr/>
          </p:nvSpPr>
          <p:spPr>
            <a:xfrm>
              <a:off x="0" y="0"/>
              <a:ext cx="1143000" cy="1238250"/>
            </a:xfrm>
            <a:prstGeom prst="roundRect">
              <a:avLst/>
            </a:prstGeom>
            <a:solidFill>
              <a:schemeClr val="accent5"/>
            </a:solidFill>
          </p:spPr>
          <p:txBody>
            <a:bodyPr anchor="ctr"/>
            <a:lstStyle/>
            <a:p>
              <a:pPr algn="ctr"/>
              <a:r>
                <a:rPr sz="900">
                  <a:solidFill>
                    <a:srgbClr val="FFFFFF"/>
                  </a:solidFill>
                </a:rPr>
                <a:t>外层 A</a:t>
              </a:r>
            </a:p>
          </p:txBody>
        </p:sp>
        <p:grpSp>
          <p:nvGrpSpPr>
            <p:cNvPr id="611" name="Inner"/>
            <p:cNvGrpSpPr/>
            <p:nvPr/>
          </p:nvGrpSpPr>
          <p:grpSpPr>
            <a:xfrm>
              <a:off x="1333500" y="95250"/>
              <a:ext cx="1143000" cy="1047750"/>
              <a:chOff x="0" y="0"/>
              <a:chExt cx="571500" cy="523875"/>
            </a:xfrm>
          </p:grpSpPr>
          <p:sp>
            <p:nvSpPr>
              <p:cNvPr id="447" name="sp"/>
              <p:cNvSpPr/>
              <p:nvPr/>
            </p:nvSpPr>
            <p:spPr>
              <a:xfrm>
                <a:off x="0" y="0"/>
                <a:ext cx="571500" cy="238125"/>
              </a:xfrm>
              <a:prstGeom prst="ellipse">
                <a:avLst/>
              </a:prstGeom>
              <a:solidFill>
                <a:schemeClr val="accent6"/>
              </a:solidFill>
            </p:spPr>
            <p:txBody>
              <a:bodyPr anchor="ctr"/>
              <a:lstStyle/>
              <a:p>
                <a:pPr algn="ctr"/>
                <a:r>
                  <a:rPr sz="700">
                    <a:solidFill>
                      <a:srgbClr val="FFFFFF"/>
                    </a:solidFill>
                  </a:rPr>
                  <a:t>内层1</a:t>
                </a:r>
              </a:p>
            </p:txBody>
          </p:sp>
          <p:sp>
            <p:nvSpPr>
              <p:cNvPr id="448" name="sp"/>
              <p:cNvSpPr/>
              <p:nvPr/>
            </p:nvSpPr>
            <p:spPr>
              <a:xfrm>
                <a:off x="0" y="285750"/>
                <a:ext cx="571500" cy="238125"/>
              </a:xfrm>
              <a:prstGeom prst="ellipse">
                <a:avLst/>
              </a:prstGeom>
              <a:solidFill>
                <a:schemeClr val="accent4"/>
              </a:solidFill>
            </p:spPr>
            <p:txBody>
              <a:bodyPr anchor="ctr"/>
              <a:lstStyle/>
              <a:p>
                <a:pPr algn="ctr"/>
                <a:r>
                  <a:rPr sz="700">
                    <a:solidFill>
                      <a:srgbClr val="FFFFFF"/>
                    </a:solidFill>
                  </a:rPr>
                  <a:t>内层2</a:t>
                </a:r>
              </a:p>
            </p:txBody>
          </p:sp>
        </p:grpSp>
      </p:grpSp>
      <p:sp>
        <p:nvSpPr>
          <p:cNvPr id="450" name="sp"/>
          <p:cNvSpPr/>
          <p:nvPr/>
        </p:nvSpPr>
        <p:spPr>
          <a:xfrm>
            <a:off x="571500" y="3429000"/>
            <a:ext cx="2476500" cy="2286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custGeom + gdLst 公式</a:t>
            </a:r>
          </a:p>
        </p:txBody>
      </p:sp>
      <p:sp>
        <p:nvSpPr>
          <p:cNvPr id="451" name="sp"/>
          <p:cNvSpPr/>
          <p:nvPr/>
        </p:nvSpPr>
        <p:spPr>
          <a:xfrm>
            <a:off x="3429000" y="3429000"/>
            <a:ext cx="2476500" cy="2286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custGeom arcTo + 箭头（开放路径）</a:t>
            </a:r>
          </a:p>
        </p:txBody>
      </p:sp>
      <p:sp>
        <p:nvSpPr>
          <p:cNvPr id="452" name="sp"/>
          <p:cNvSpPr/>
          <p:nvPr/>
        </p:nvSpPr>
        <p:spPr>
          <a:xfrm>
            <a:off x="6477000" y="3429000"/>
            <a:ext cx="4953000" cy="2286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嵌套组合 + 组旋转 + 子坐标系缩放</a:t>
            </a:r>
          </a:p>
        </p:txBody>
      </p:sp>
      <p:sp>
        <p:nvSpPr>
          <p:cNvPr id="453" name="sp"/>
          <p:cNvSpPr/>
          <p:nvPr/>
        </p:nvSpPr>
        <p:spPr>
          <a:xfrm>
            <a:off x="571500" y="3905250"/>
            <a:ext cx="1143000" cy="9525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800">
                <a:solidFill>
                  <a:srgbClr val="FFFFFF"/>
                </a:solidFill>
              </a:rPr>
              <a:t>adj 10%</a:t>
            </a:r>
          </a:p>
        </p:txBody>
      </p:sp>
      <p:sp>
        <p:nvSpPr>
          <p:cNvPr id="454" name="sp"/>
          <p:cNvSpPr/>
          <p:nvPr/>
        </p:nvSpPr>
        <p:spPr>
          <a:xfrm>
            <a:off x="2000250" y="3905250"/>
            <a:ext cx="1143000" cy="95250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800">
                <a:solidFill>
                  <a:srgbClr val="FFFFFF"/>
                </a:solidFill>
              </a:rPr>
              <a:t>adj 25%</a:t>
            </a:r>
          </a:p>
        </p:txBody>
      </p:sp>
      <p:sp>
        <p:nvSpPr>
          <p:cNvPr id="455" name="sp"/>
          <p:cNvSpPr/>
          <p:nvPr/>
        </p:nvSpPr>
        <p:spPr>
          <a:xfrm>
            <a:off x="3429000" y="3905250"/>
            <a:ext cx="1143000" cy="952500"/>
          </a:xfrm>
          <a:prstGeom prst="roundRect">
            <a:avLst>
              <a:gd name="adj" fmla="val 45000"/>
            </a:avLst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800">
                <a:solidFill>
                  <a:srgbClr val="FFFFFF"/>
                </a:solidFill>
              </a:rPr>
              <a:t>adj 45%</a:t>
            </a:r>
          </a:p>
        </p:txBody>
      </p:sp>
      <p:sp>
        <p:nvSpPr>
          <p:cNvPr id="456" name="sp"/>
          <p:cNvSpPr/>
          <p:nvPr/>
        </p:nvSpPr>
        <p:spPr>
          <a:xfrm>
            <a:off x="5143500" y="3905250"/>
            <a:ext cx="1143000" cy="952500"/>
          </a:xfrm>
          <a:prstGeom prst="donut">
            <a:avLst>
              <a:gd name="adj" fmla="val 10000"/>
            </a:avLst>
          </a:prstGeom>
          <a:solidFill>
            <a:schemeClr val="accent2"/>
          </a:solidFill>
        </p:spPr>
        <p:txBody>
          <a:bodyPr anchor="ctr"/>
          <a:lstStyle/>
          <a:p>
            <a:endParaRPr/>
          </a:p>
        </p:txBody>
      </p:sp>
      <p:sp>
        <p:nvSpPr>
          <p:cNvPr id="457" name="sp"/>
          <p:cNvSpPr/>
          <p:nvPr/>
        </p:nvSpPr>
        <p:spPr>
          <a:xfrm>
            <a:off x="6572250" y="3905250"/>
            <a:ext cx="1143000" cy="952500"/>
          </a:xfrm>
          <a:prstGeom prst="donut">
            <a:avLst>
              <a:gd name="adj" fmla="val 30000"/>
            </a:avLst>
          </a:prstGeom>
          <a:solidFill>
            <a:schemeClr val="accent2"/>
          </a:solidFill>
        </p:spPr>
        <p:txBody>
          <a:bodyPr anchor="ctr"/>
          <a:lstStyle/>
          <a:p>
            <a:endParaRPr/>
          </a:p>
        </p:txBody>
      </p:sp>
      <p:sp>
        <p:nvSpPr>
          <p:cNvPr id="458" name="sp"/>
          <p:cNvSpPr/>
          <p:nvPr/>
        </p:nvSpPr>
        <p:spPr>
          <a:xfrm>
            <a:off x="8001000" y="3905250"/>
            <a:ext cx="1143000" cy="952500"/>
          </a:xfrm>
          <a:prstGeom prst="donut">
            <a:avLst>
              <a:gd name="adj" fmla="val 48000"/>
            </a:avLst>
          </a:prstGeom>
          <a:solidFill>
            <a:schemeClr val="accent2"/>
          </a:solidFill>
        </p:spPr>
        <p:txBody>
          <a:bodyPr anchor="ctr"/>
          <a:lstStyle/>
          <a:p>
            <a:endParaRPr/>
          </a:p>
        </p:txBody>
      </p:sp>
      <p:sp>
        <p:nvSpPr>
          <p:cNvPr id="459" name="sp"/>
          <p:cNvSpPr/>
          <p:nvPr/>
        </p:nvSpPr>
        <p:spPr>
          <a:xfrm>
            <a:off x="571500" y="5191125"/>
            <a:ext cx="1143000" cy="1047750"/>
          </a:xfrm>
          <a:prstGeom prst="pie">
            <a:avLst>
              <a:gd name="adj1" fmla="val 0"/>
              <a:gd name="adj2" fmla="val 5400000"/>
            </a:avLst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460" name="sp"/>
          <p:cNvSpPr/>
          <p:nvPr/>
        </p:nvSpPr>
        <p:spPr>
          <a:xfrm>
            <a:off x="2000250" y="5191125"/>
            <a:ext cx="1143000" cy="1047750"/>
          </a:xfrm>
          <a:prstGeom prst="pie">
            <a:avLst>
              <a:gd name="adj1" fmla="val 2700000"/>
              <a:gd name="adj2" fmla="val 18900000"/>
            </a:avLst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461" name="sp"/>
          <p:cNvSpPr/>
          <p:nvPr/>
        </p:nvSpPr>
        <p:spPr>
          <a:xfrm>
            <a:off x="3429000" y="5191125"/>
            <a:ext cx="1143000" cy="1047750"/>
          </a:xfrm>
          <a:prstGeom prst="pie">
            <a:avLst>
              <a:gd name="adj1" fmla="val 10800000"/>
              <a:gd name="adj2" fmla="val 16200000"/>
            </a:avLst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462" name="sp"/>
          <p:cNvSpPr/>
          <p:nvPr/>
        </p:nvSpPr>
        <p:spPr>
          <a:xfrm>
            <a:off x="5143500" y="5191125"/>
            <a:ext cx="1143000" cy="1047750"/>
          </a:xfrm>
          <a:prstGeom prst="blockArc">
            <a:avLst>
              <a:gd name="adj1" fmla="val 10800000"/>
              <a:gd name="adj2" fmla="val 16200000"/>
              <a:gd name="adj3" fmla="val 25000"/>
            </a:avLst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463" name="sp"/>
          <p:cNvSpPr/>
          <p:nvPr/>
        </p:nvSpPr>
        <p:spPr>
          <a:xfrm>
            <a:off x="6572250" y="5191125"/>
            <a:ext cx="1143000" cy="1047750"/>
          </a:xfrm>
          <a:prstGeom prst="blockArc">
            <a:avLst>
              <a:gd name="adj1" fmla="val 13500000"/>
              <a:gd name="adj2" fmla="val 29700000"/>
              <a:gd name="adj3" fmla="val 25000"/>
            </a:avLst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464" name="sp"/>
          <p:cNvSpPr/>
          <p:nvPr/>
        </p:nvSpPr>
        <p:spPr>
          <a:xfrm>
            <a:off x="571500" y="6334125"/>
            <a:ext cx="5905500" cy="2286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调节值：roundRect / donut / pie / blockArc</a:t>
            </a:r>
          </a:p>
        </p:txBody>
      </p:sp>
    </p:spTree>
  </p:cSld>
  <p:transition spd="med">
    <p:zoom dir="in"/>
  </p:transition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p"/>
          <p:cNvSpPr/>
          <p:nvPr/>
        </p:nvSpPr>
        <p:spPr>
          <a:xfrm>
            <a:off x="228600" y="133350"/>
            <a:ext cx="6667500" cy="3238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1800" b="1">
                <a:solidFill>
                  <a:schemeClr val="tx2"/>
                </a:solidFill>
              </a:rPr>
              <a:t>立体效果 · 动画</a:t>
            </a:r>
          </a:p>
        </p:txBody>
      </p:sp>
      <p:sp>
        <p:nvSpPr>
          <p:cNvPr id="466" name="挤出 6pt"/>
          <p:cNvSpPr/>
          <p:nvPr/>
        </p:nvSpPr>
        <p:spPr>
          <a:xfrm>
            <a:off x="476250" y="762000"/>
            <a:ext cx="1619250" cy="1047750"/>
          </a:xfrm>
          <a:prstGeom prst="roundRect">
            <a:avLst/>
          </a:prstGeom>
          <a:solidFill>
            <a:schemeClr val="accent1"/>
          </a:solidFill>
          <a:scene3d>
            <a:camera prst="orthographicFront"/>
            <a:lightRig rig="threePt" dir="t"/>
          </a:scene3d>
          <a:sp3d extrusionH="76200">
            <a:extrusionClr>
              <a:schemeClr val="accent1">
                <a:shade val="60000"/>
              </a:schemeClr>
            </a:extrusionClr>
          </a:sp3d>
        </p:spPr>
        <p:txBody>
          <a:bodyPr anchor="ctr"/>
          <a:lstStyle/>
          <a:p>
            <a:endParaRPr/>
          </a:p>
        </p:txBody>
      </p:sp>
      <p:sp>
        <p:nvSpPr>
          <p:cNvPr id="467" name="sp"/>
          <p:cNvSpPr/>
          <p:nvPr/>
        </p:nvSpPr>
        <p:spPr>
          <a:xfrm>
            <a:off x="476250" y="1924050"/>
            <a:ext cx="1619250" cy="2095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挤出 6pt</a:t>
            </a:r>
          </a:p>
        </p:txBody>
      </p:sp>
      <p:sp>
        <p:nvSpPr>
          <p:cNvPr id="468" name="挤出 12pt"/>
          <p:cNvSpPr/>
          <p:nvPr/>
        </p:nvSpPr>
        <p:spPr>
          <a:xfrm>
            <a:off x="2952750" y="762000"/>
            <a:ext cx="1619250" cy="1047750"/>
          </a:xfrm>
          <a:prstGeom prst="roundRect">
            <a:avLst/>
          </a:prstGeom>
          <a:solidFill>
            <a:schemeClr val="accent2"/>
          </a:solidFill>
          <a:scene3d>
            <a:camera prst="orthographicFront"/>
            <a:lightRig rig="threePt" dir="t"/>
          </a:scene3d>
          <a:sp3d extrusionH="152400">
            <a:extrusionClr>
              <a:schemeClr val="accent1">
                <a:shade val="60000"/>
              </a:schemeClr>
            </a:extrusionClr>
          </a:sp3d>
        </p:spPr>
        <p:txBody>
          <a:bodyPr anchor="ctr"/>
          <a:lstStyle/>
          <a:p>
            <a:endParaRPr/>
          </a:p>
        </p:txBody>
      </p:sp>
      <p:sp>
        <p:nvSpPr>
          <p:cNvPr id="469" name="sp"/>
          <p:cNvSpPr/>
          <p:nvPr/>
        </p:nvSpPr>
        <p:spPr>
          <a:xfrm>
            <a:off x="2952750" y="1924050"/>
            <a:ext cx="1619250" cy="2095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挤出 12pt</a:t>
            </a:r>
          </a:p>
        </p:txBody>
      </p:sp>
      <p:sp>
        <p:nvSpPr>
          <p:cNvPr id="470" name="挤出 + 斜角"/>
          <p:cNvSpPr/>
          <p:nvPr/>
        </p:nvSpPr>
        <p:spPr>
          <a:xfrm>
            <a:off x="5429250" y="762000"/>
            <a:ext cx="1619250" cy="1047750"/>
          </a:xfrm>
          <a:prstGeom prst="ellipse">
            <a:avLst/>
          </a:prstGeom>
          <a:solidFill>
            <a:schemeClr val="accent6"/>
          </a:solidFill>
          <a:scene3d>
            <a:camera prst="orthographicFront"/>
            <a:lightRig rig="threePt" dir="t"/>
          </a:scene3d>
          <a:sp3d extrusionH="114300">
            <a:extrusionClr>
              <a:schemeClr val="accent1">
                <a:shade val="60000"/>
              </a:schemeClr>
            </a:extrusionClr>
            <a:bevelT w="76200" h="76200" prst="circle"/>
          </a:sp3d>
        </p:spPr>
        <p:txBody>
          <a:bodyPr anchor="ctr"/>
          <a:lstStyle/>
          <a:p>
            <a:endParaRPr/>
          </a:p>
        </p:txBody>
      </p:sp>
      <p:sp>
        <p:nvSpPr>
          <p:cNvPr id="471" name="sp"/>
          <p:cNvSpPr/>
          <p:nvPr/>
        </p:nvSpPr>
        <p:spPr>
          <a:xfrm>
            <a:off x="5429250" y="1924050"/>
            <a:ext cx="1619250" cy="2095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挤出 + 斜角</a:t>
            </a:r>
          </a:p>
        </p:txBody>
      </p:sp>
      <p:sp>
        <p:nvSpPr>
          <p:cNvPr id="472" name="挤出 + 轮廓"/>
          <p:cNvSpPr/>
          <p:nvPr/>
        </p:nvSpPr>
        <p:spPr>
          <a:xfrm>
            <a:off x="476250" y="2667000"/>
            <a:ext cx="1619250" cy="1047750"/>
          </a:xfrm>
          <a:prstGeom prst="hexagon">
            <a:avLst/>
          </a:prstGeom>
          <a:solidFill>
            <a:schemeClr val="accent4"/>
          </a:solidFill>
          <a:scene3d>
            <a:camera prst="orthographicFront"/>
            <a:lightRig rig="threePt" dir="t"/>
          </a:scene3d>
          <a:sp3d extrusionH="114300" contourW="25400">
            <a:extrusionClr>
              <a:schemeClr val="accent1">
                <a:shade val="60000"/>
              </a:schemeClr>
            </a:extrusionClr>
            <a:contourClr>
              <a:schemeClr val="tx2"/>
            </a:contourClr>
          </a:sp3d>
        </p:spPr>
        <p:txBody>
          <a:bodyPr anchor="ctr"/>
          <a:lstStyle/>
          <a:p>
            <a:endParaRPr/>
          </a:p>
        </p:txBody>
      </p:sp>
      <p:sp>
        <p:nvSpPr>
          <p:cNvPr id="473" name="sp"/>
          <p:cNvSpPr/>
          <p:nvPr/>
        </p:nvSpPr>
        <p:spPr>
          <a:xfrm>
            <a:off x="476250" y="3829050"/>
            <a:ext cx="1619250" cy="2095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挤出 + 轮廓</a:t>
            </a:r>
          </a:p>
        </p:txBody>
      </p:sp>
      <p:sp>
        <p:nvSpPr>
          <p:cNvPr id="474" name="金属材质"/>
          <p:cNvSpPr/>
          <p:nvPr/>
        </p:nvSpPr>
        <p:spPr>
          <a:xfrm>
            <a:off x="2952750" y="2667000"/>
            <a:ext cx="1619250" cy="1047750"/>
          </a:xfrm>
          <a:prstGeom prst="roundRect">
            <a:avLst/>
          </a:prstGeom>
          <a:solidFill>
            <a:schemeClr val="accent5"/>
          </a:solidFill>
          <a:scene3d>
            <a:camera prst="orthographicFront"/>
            <a:lightRig rig="threePt" dir="t"/>
          </a:scene3d>
          <a:sp3d extrusionH="114300" prstMaterial="metal">
            <a:extrusionClr>
              <a:schemeClr val="accent1">
                <a:shade val="60000"/>
              </a:schemeClr>
            </a:extrusionClr>
            <a:bevelT w="50800" h="50800" prst="circle"/>
          </a:sp3d>
        </p:spPr>
        <p:txBody>
          <a:bodyPr anchor="ctr"/>
          <a:lstStyle/>
          <a:p>
            <a:endParaRPr/>
          </a:p>
        </p:txBody>
      </p:sp>
      <p:sp>
        <p:nvSpPr>
          <p:cNvPr id="475" name="sp"/>
          <p:cNvSpPr/>
          <p:nvPr/>
        </p:nvSpPr>
        <p:spPr>
          <a:xfrm>
            <a:off x="2952750" y="3829050"/>
            <a:ext cx="1619250" cy="2095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金属材质</a:t>
            </a:r>
          </a:p>
        </p:txBody>
      </p:sp>
      <p:sp>
        <p:nvSpPr>
          <p:cNvPr id="476" name="旋转视角"/>
          <p:cNvSpPr/>
          <p:nvPr/>
        </p:nvSpPr>
        <p:spPr>
          <a:xfrm>
            <a:off x="5429250" y="2667000"/>
            <a:ext cx="1619250" cy="1047750"/>
          </a:xfrm>
          <a:prstGeom prst="cube">
            <a:avLst/>
          </a:prstGeom>
          <a:solidFill>
            <a:schemeClr val="accent2"/>
          </a:solidFill>
          <a:scene3d>
            <a:camera prst="orthographicFront">
              <a:rot lat="3600000" lon="0" rev="600000"/>
            </a:camera>
            <a:lightRig rig="threePt" dir="t"/>
          </a:scene3d>
          <a:sp3d extrusionH="152400">
            <a:extrusionClr>
              <a:schemeClr val="accent1">
                <a:shade val="60000"/>
              </a:schemeClr>
            </a:extrusionClr>
            <a:bevelT w="50800" h="50800" prst="circle"/>
          </a:sp3d>
        </p:spPr>
        <p:txBody>
          <a:bodyPr anchor="ctr"/>
          <a:lstStyle/>
          <a:p>
            <a:endParaRPr/>
          </a:p>
        </p:txBody>
      </p:sp>
      <p:sp>
        <p:nvSpPr>
          <p:cNvPr id="477" name="sp"/>
          <p:cNvSpPr/>
          <p:nvPr/>
        </p:nvSpPr>
        <p:spPr>
          <a:xfrm>
            <a:off x="5429250" y="3829050"/>
            <a:ext cx="1619250" cy="2095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旋转视角</a:t>
            </a:r>
          </a:p>
        </p:txBody>
      </p:sp>
      <p:sp>
        <p:nvSpPr>
          <p:cNvPr id="478" name="sp"/>
          <p:cNvSpPr/>
          <p:nvPr/>
        </p:nvSpPr>
        <p:spPr>
          <a:xfrm>
            <a:off x="7905750" y="762000"/>
            <a:ext cx="3810000" cy="2476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1000">
                <a:solidFill>
                  <a:srgbClr val="404040"/>
                </a:solidFill>
              </a:rPr>
              <a:t>下面 5 个方块带入场动画（演示模式逐次点击）</a:t>
            </a:r>
          </a:p>
        </p:txBody>
      </p:sp>
      <p:sp>
        <p:nvSpPr>
          <p:cNvPr id="479" name="sp"/>
          <p:cNvSpPr/>
          <p:nvPr/>
        </p:nvSpPr>
        <p:spPr>
          <a:xfrm>
            <a:off x="476250" y="4953000"/>
            <a:ext cx="3810000" cy="2286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1000">
                <a:solidFill>
                  <a:srgbClr val="404040"/>
                </a:solidFill>
              </a:rPr>
              <a:t>下面 2 个走运动路径（直线 / 三次曲线闭合）</a:t>
            </a:r>
          </a:p>
        </p:txBody>
      </p:sp>
      <p:sp>
        <p:nvSpPr>
          <p:cNvPr id="706" name="motion0"/>
          <p:cNvSpPr/>
          <p:nvPr/>
        </p:nvSpPr>
        <p:spPr>
          <a:xfrm>
            <a:off x="571500" y="5295900"/>
            <a:ext cx="1714500" cy="762000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直线路径</a:t>
            </a:r>
          </a:p>
        </p:txBody>
      </p:sp>
      <p:sp>
        <p:nvSpPr>
          <p:cNvPr id="707" name="motion1"/>
          <p:cNvSpPr/>
          <p:nvPr/>
        </p:nvSpPr>
        <p:spPr>
          <a:xfrm>
            <a:off x="2667000" y="5295900"/>
            <a:ext cx="1714500" cy="762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曲线路径</a:t>
            </a:r>
          </a:p>
        </p:txBody>
      </p:sp>
      <p:sp>
        <p:nvSpPr>
          <p:cNvPr id="701" name="anim0"/>
          <p:cNvSpPr/>
          <p:nvPr/>
        </p:nvSpPr>
        <p:spPr>
          <a:xfrm>
            <a:off x="8001000" y="1238250"/>
            <a:ext cx="3619500" cy="685800"/>
          </a:xfrm>
          <a:prstGeom prst="round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飞入 ←</a:t>
            </a:r>
          </a:p>
        </p:txBody>
      </p:sp>
      <p:sp>
        <p:nvSpPr>
          <p:cNvPr id="702" name="anim1"/>
          <p:cNvSpPr/>
          <p:nvPr/>
        </p:nvSpPr>
        <p:spPr>
          <a:xfrm>
            <a:off x="8001000" y="2114550"/>
            <a:ext cx="3619500" cy="685800"/>
          </a:xfrm>
          <a:prstGeom prst="roundRect">
            <a:avLst/>
          </a:prstGeom>
          <a:solidFill>
            <a:schemeClr val="accent2"/>
          </a:solidFill>
        </p:spPr>
        <p:txBody>
          <a:bodyPr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淡入</a:t>
            </a:r>
          </a:p>
        </p:txBody>
      </p:sp>
      <p:sp>
        <p:nvSpPr>
          <p:cNvPr id="703" name="anim2"/>
          <p:cNvSpPr/>
          <p:nvPr/>
        </p:nvSpPr>
        <p:spPr>
          <a:xfrm>
            <a:off x="8001000" y="2990850"/>
            <a:ext cx="3619500" cy="685800"/>
          </a:xfrm>
          <a:prstGeom prst="roundRect">
            <a:avLst/>
          </a:prstGeom>
          <a:solidFill>
            <a:schemeClr val="accent6"/>
          </a:solidFill>
        </p:spPr>
        <p:txBody>
          <a:bodyPr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擦除 ↓</a:t>
            </a:r>
          </a:p>
        </p:txBody>
      </p:sp>
      <p:sp>
        <p:nvSpPr>
          <p:cNvPr id="704" name="anim3"/>
          <p:cNvSpPr/>
          <p:nvPr/>
        </p:nvSpPr>
        <p:spPr>
          <a:xfrm>
            <a:off x="8001000" y="3867150"/>
            <a:ext cx="3619500" cy="68580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缩放</a:t>
            </a:r>
          </a:p>
        </p:txBody>
      </p:sp>
      <p:sp>
        <p:nvSpPr>
          <p:cNvPr id="705" name="anim4"/>
          <p:cNvSpPr/>
          <p:nvPr/>
        </p:nvSpPr>
        <p:spPr>
          <a:xfrm>
            <a:off x="8001000" y="4743450"/>
            <a:ext cx="3619500" cy="685800"/>
          </a:xfrm>
          <a:prstGeom prst="roundRect">
            <a:avLst/>
          </a:prstGeom>
          <a:solidFill>
            <a:schemeClr val="accent5"/>
          </a:solidFill>
        </p:spPr>
        <p:txBody>
          <a:bodyPr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旋转</a:t>
            </a:r>
          </a:p>
        </p:txBody>
      </p:sp>
    </p:spTree>
  </p:cSld>
  <mc:AlternateContent xmlns:mc="http://schemas.openxmlformats.org/markup-compatibility/2006">
    <mc:Choice xmlns:p14="http://schemas.microsoft.com/office/powerpoint/2010/main" xmlns:p159="http://schemas.microsoft.com/office/powerpoint/2015/09/main" Requires="p14">
      <p:transition spd="slow" p14:dur="1400">
        <p14:prism/>
      </p:transition>
    </mc:Choice>
    <mc:Fallback>
      <p:transition spd="slow">
        <p:dissolve/>
      </p:transition>
    </mc:Fallback>
  </mc:AlternateContent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 nodeType="clickEffect">
                      <p:stCondLst>
                        <p:cond delay="indefinite"/>
                      </p:stCondLst>
                      <p:childTnLst>
                        <p:par>
                          <p:cTn id="11" presetID="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/>
                                  <p:tgtEl>
                                    <p:spTgt spid="70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Left)">
                                <p:cBhvr>
                                  <p:cTn dur="600"/>
                                  <p:tgtEl>
                                    <p:spTgt spid="70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Effect">
                      <p:stCondLst>
                        <p:cond delay="indefinite"/>
                      </p:stCondLst>
                      <p:childTnLst>
                        <p:par>
                          <p:cTn id="1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70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dur="600"/>
                                  <p:tgtEl>
                                    <p:spTgt spid="70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Effect">
                      <p:stCondLst>
                        <p:cond delay="indefinite"/>
                      </p:stCondLst>
                      <p:childTnLst>
                        <p:par>
                          <p:cTn id="17" presetID="21" presetClass="entr" presetSubtype="4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" dur="1" fill="hold"/>
                                  <p:tgtEl>
                                    <p:spTgt spid="70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dur="600"/>
                                  <p:tgtEl>
                                    <p:spTgt spid="70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Effect">
                      <p:stCondLst>
                        <p:cond delay="indefinite"/>
                      </p:stCondLst>
                      <p:childTnLst>
                        <p:par>
                          <p:cTn id="20" presetID="22" presetClass="entr" presetSubtype="16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/>
                                  <p:tgtEl>
                                    <p:spTgt spid="70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ox(in)">
                                <p:cBhvr>
                                  <p:cTn dur="600"/>
                                  <p:tgtEl>
                                    <p:spTgt spid="70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Effect">
                      <p:stCondLst>
                        <p:cond delay="indefinite"/>
                      </p:stCondLst>
                      <p:childTnLst>
                        <p:par>
                          <p:cTn id="23" presetID="15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/>
                                  <p:tgtEl>
                                    <p:spTgt spid="70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dur="600"/>
                                  <p:tgtEl>
                                    <p:spTgt spid="70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Effect">
                      <p:stCondLst>
                        <p:cond delay="indefinite"/>
                      </p:stCondLst>
                      <p:childTnLst>
                        <p:par>
                          <p:cTn id="41" presetID="0" presetClass="path" fill="hold" nodeType="clickEffect">
                            <p:stCondLst>
                              <p:cond delay="0"/>
                            </p:stCondLst>
                            <p:childTnLst>
                              <p:animMotion origin="layout" path="M 0 0 L 0.25 -0.18 L 0.42 0.05 E" pathEditMode="relative">
                                <p:cBhvr>
                                  <p:cTn id="42" dur="2000" fill="hold"/>
                                  <p:tgtEl>
                                    <p:spTgt spid="706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Effect">
                      <p:stCondLst>
                        <p:cond delay="indefinite"/>
                      </p:stCondLst>
                      <p:childTnLst>
                        <p:par>
                          <p:cTn id="44" presetID="0" presetClass="path" fill="hold" nodeType="clickEffect">
                            <p:stCondLst>
                              <p:cond delay="0"/>
                            </p:stCondLst>
                            <p:childTnLst>
                              <p:animMotion origin="layout" path="M 0 0 C 0.1 -0.22 0.3 -0.22 0.36 0 C 0.3 0.14 0.1 0.14 0 0 Z E" pathEditMode="relative">
                                <p:cBhvr>
                                  <p:cTn id="45" dur="2000" fill="hold"/>
                                  <p:tgtEl>
                                    <p:spTgt spid="707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Showcase">
  <a:themeElements>
    <a:clrScheme name="Showcase">
      <a:dk1>
        <a:sysClr val="windowText" lastClr="1A1A1A"/>
      </a:dk1>
      <a:lt1>
        <a:sysClr val="window" lastClr="FFFFFF"/>
      </a:lt1>
      <a:dk2>
        <a:srgbClr val="1F3864"/>
      </a:dk2>
      <a:lt2>
        <a:srgbClr val="EEF3FB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howcase">
      <a:majorFont>
        <a:latin typeface="Trebuchet MS"/>
        <a:ea typeface="PingFang SC"/>
        <a:cs typeface=""/>
      </a:majorFont>
      <a:minorFont>
        <a:latin typeface="Helvetica"/>
        <a:ea typeface="PingFang SC"/>
        <a:cs typeface=""/>
      </a:minorFont>
    </a:fontScheme>
    <a:fmtScheme name="Showcase">
      <a:fillStyleLst>
        <a:solidFill>
          <a:schemeClr val="phClr"/>
        </a:solidFill>
        <a:gradFill>
          <a:gsLst>
            <a:gs pos="0">
              <a:schemeClr val="phClr">
                <a:tint val="60000"/>
              </a:schemeClr>
            </a:gs>
            <a:gs pos="100000">
              <a:schemeClr val="phClr">
                <a:shade val="80000"/>
              </a:schemeClr>
            </a:gs>
          </a:gsLst>
          <a:lin ang="5400000"/>
        </a:gradFill>
        <a:solidFill>
          <a:schemeClr val="phClr">
            <a:shade val="90000"/>
          </a:schemeClr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