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6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3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228600" y="133350"/>
            <a:ext cx="7620000" cy="32385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1800" b="1"/>
              <a:t>EMF / WMF 矢量图元文件</a:t>
            </a:r>
          </a:p>
        </p:txBody>
      </p:sp>
      <p:pic>
        <p:nvPicPr>
          <p:cNvPr id="10" name="emf"/>
          <p:cNvPicPr/>
          <p:nvPr/>
        </p:nvPicPr>
        <p:blipFill>
          <a:blip r:embed="rId2"/>
          <a:stretch>
            <a:fillRect/>
          </a:stretch>
        </p:blipFill>
        <p:spPr>
          <a:xfrm>
            <a:off x="285750" y="571500"/>
            <a:ext cx="5715000" cy="3238500"/>
          </a:xfrm>
          <a:prstGeom prst="rect">
            <a:avLst/>
          </a:prstGeom>
        </p:spPr>
      </p:pic>
      <p:sp>
        <p:nvSpPr>
          <p:cNvPr id="102" name="sp"/>
          <p:cNvSpPr/>
          <p:nvPr/>
        </p:nvSpPr>
        <p:spPr>
          <a:xfrm>
            <a:off x="285750" y="3857625"/>
            <a:ext cx="5715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EMF（增强型图元文件）</a:t>
            </a:r>
          </a:p>
        </p:txBody>
      </p:sp>
      <p:pic>
        <p:nvPicPr>
          <p:cNvPr id="11" name="wmf"/>
          <p:cNvPicPr/>
          <p:nvPr/>
        </p:nvPicPr>
        <p:blipFill>
          <a:blip r:embed="rId3"/>
          <a:stretch>
            <a:fillRect/>
          </a:stretch>
        </p:blipFill>
        <p:spPr>
          <a:xfrm>
            <a:off x="6191250" y="571500"/>
            <a:ext cx="5715000" cy="3238500"/>
          </a:xfrm>
          <a:prstGeom prst="rect">
            <a:avLst/>
          </a:prstGeom>
        </p:spPr>
      </p:pic>
      <p:sp>
        <p:nvSpPr>
          <p:cNvPr id="103" name="sp"/>
          <p:cNvSpPr/>
          <p:nvPr/>
        </p:nvSpPr>
        <p:spPr>
          <a:xfrm>
            <a:off x="6191250" y="3857625"/>
            <a:ext cx="57150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404040"/>
                </a:solidFill>
              </a:rPr>
              <a:t>WMF（Windows 图元文件）</a:t>
            </a:r>
          </a:p>
        </p:txBody>
      </p:sp>
      <p:sp>
        <p:nvSpPr>
          <p:cNvPr id="104" name="sp"/>
          <p:cNvSpPr/>
          <p:nvPr/>
        </p:nvSpPr>
        <p:spPr>
          <a:xfrm>
            <a:off x="285750" y="4286250"/>
            <a:ext cx="11620500" cy="57150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两张图都由浏览器端解码为 SVG，无服务端参与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ysClr val="windowText" lastClr="000000"/>
      </a:dk1>
      <a:lt1>
        <a:sysClr val="window" lastClr="FFFFFF"/>
      </a:lt1>
      <a:dk2>
        <a:srgbClr val="1F3864"/>
      </a:dk2>
      <a:lt2>
        <a:srgbClr val="EEF3F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Helvetica"/>
        <a:ea typeface="PingFang SC"/>
        <a:cs typeface=""/>
      </a:majorFont>
      <a:minorFont>
        <a:latin typeface="Helvetica"/>
        <a:ea typeface="PingFang SC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