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Sheet1!A3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Sheet1!$B$2:$F$2</c:f>
              <c:strCache>
                <c:ptCount val="5"/>
                <c:pt idx="0">
                  <c:v>A</c:v>
                </c:pt>
                <c:pt idx="1">
                  <c:v>A</c:v>
                </c:pt>
                <c:pt idx="2">
                  <c:v/>
                </c:pt>
                <c:pt idx="4">
                  <c:v>0</c:v>
                </c:pt>
              </c:strCache>
            </c:strRef>
          </c:cat>
          <c:val>
            <c:numRef>
              <c:f>Sheet1!B3:F3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Sheet1!A4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Sheet1!$B$2:$F$2</c:f>
              <c:strCache>
                <c:ptCount val="5"/>
                <c:pt idx="0">
                  <c:v>A</c:v>
                </c:pt>
                <c:pt idx="1">
                  <c:v>A</c:v>
                </c:pt>
                <c:pt idx="2">
                  <c:v/>
                </c:pt>
                <c:pt idx="4">
                  <c:v>0</c:v>
                </c:pt>
              </c:strCache>
            </c:strRef>
          </c:cat>
          <c:val>
            <c:numRef>
              <c:f>Sheet1!B4:F4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bubbleChart>
        <c:varyColors val="0"/>
        <c:ser>
          <c:idx val="2"/>
          <c:order val="2"/>
          <c:tx>
            <c:strRef>
              <c:f>Sheet1!A13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Sheet1!B3:F3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xVal>
          <c:yVal>
            <c:numRef>
              <c:f>Sheet1!B14:E14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Sheet1!B15:E15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Sheet1!A3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Sheet1!$B$2:$F$2</c:f>
              <c:strCache>
                <c:ptCount val="5"/>
                <c:pt idx="0">
                  <c:v>A</c:v>
                </c:pt>
                <c:pt idx="1">
                  <c:v>A</c:v>
                </c:pt>
                <c:pt idx="2">
                  <c:v/>
                </c:pt>
                <c:pt idx="4">
                  <c:v>0</c:v>
                </c:pt>
              </c:strCache>
            </c:strRef>
          </c:cat>
          <c:val>
            <c:numRef>
              <c:f>Sheet1!B3:F3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Sheet1!A4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Sheet1!$B$2:$F$2</c:f>
              <c:strCache>
                <c:ptCount val="5"/>
                <c:pt idx="0">
                  <c:v>A</c:v>
                </c:pt>
                <c:pt idx="1">
                  <c:v>A</c:v>
                </c:pt>
                <c:pt idx="2">
                  <c:v/>
                </c:pt>
                <c:pt idx="4">
                  <c:v>0</c:v>
                </c:pt>
              </c:strCache>
            </c:strRef>
          </c:cat>
          <c:val>
            <c:numRef>
              <c:f>Sheet1!B4:F4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bubbleChart>
        <c:varyColors val="0"/>
        <c:ser>
          <c:idx val="2"/>
          <c:order val="2"/>
          <c:tx>
            <c:strRef>
              <c:f>Sheet1!A13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Sheet1!B3:F3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xVal>
          <c:yVal>
            <c:numRef>
              <c:f>Sheet1!B14:E14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Sheet1!B15:E15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