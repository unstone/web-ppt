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Sheet1!B2:E2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Sheet1!B3:E3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Sheet1!B4:E4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Sheet1!B6:E6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Sheet1!C1:D1</c:f>
              <c:numCache>
                <c:formatCode>General</c:formatCode>
                <c:ptCount val="2"/>
                <c:pt idx="0">
                  <c:v>25</c:v>
                </c:pt>
                <c:pt idx="1">
                  <c:v>40</c:v>
                </c:pt>
              </c:numCache>
            </c:numRef>
          </c:xVal>
          <c:yVal>
            <c:numRef>
              <c:f>Sheet1!C2:D2</c:f>
              <c:numCache>
                <c:formatCode>General</c:formatCode>
                <c:ptCount val="2"/>
                <c:pt idx="0">
                  <c:v>35</c:v>
                </c:pt>
                <c:pt idx="1">
                  <c:v>28</c:v>
                </c:pt>
              </c:numCache>
            </c:numRef>
          </c:yVal>
          <c:bubbleSize>
            <c:numRef>
              <c:f>Sheet1!C3:D3</c:f>
              <c:numCache>
                <c:formatCode>General</c:formatCode>
                <c:ptCount val="2"/>
                <c:pt idx="0">
                  <c:v>900</c:v>
                </c:pt>
                <c:pt idx="1">
                  <c:v>1600</c:v>
                </c:pt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Sheet1!C4:D4</c:f>
              <c:numCache>
                <c:formatCode>General</c:formatCode>
                <c:ptCount val="2"/>
                <c:pt idx="0">
                  <c:v>30</c:v>
                </c:pt>
                <c:pt idx="1">
                  <c:v>45</c:v>
                </c:pt>
              </c:numCache>
            </c:numRef>
          </c:xVal>
          <c:yVal>
            <c:numRef>
              <c:f>Sheet1!C5:D5</c:f>
              <c:numCache>
                <c:formatCode>General</c:formatCode>
                <c:ptCount val="2"/>
                <c:pt idx="0">
                  <c:v>42</c:v>
                </c:pt>
                <c:pt idx="1">
                  <c:v>38</c:v>
                </c:pt>
              </c:numCache>
            </c:numRef>
          </c:yVal>
          <c:bubbleSize>
            <c:numRef>
              <c:f>Sheet1!C6:D6</c:f>
              <c:numCache>
                <c:formatCode>General</c:formatCode>
                <c:ptCount val="2"/>
                <c:pt idx="0">
                  <c:v>1200</c:v>
                </c:pt>
                <c:pt idx="1">
                  <c:v>2100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