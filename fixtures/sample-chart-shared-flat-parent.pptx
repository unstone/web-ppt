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Sheet1!$A$2:$B$6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Sheet1!C1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Sheet1!A2:A6</c:f>
              <c:strCache>
                <c:ptCount val="5"/>
                <c:pt idx="0">
                  <c:v>North</c:v>
                </c:pt>
                <c:pt idx="1">
                  <c:v>North</c:v>
                </c:pt>
                <c:pt idx="2">
                  <c:v>South</c:v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Sheet1!C2:C6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Sheet1!D1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strRef>
              <c:f>Sheet1!A2:A6</c:f>
              <c:strCache>
                <c:ptCount val="5"/>
                <c:pt idx="0">
                  <c:v>North</c:v>
                </c:pt>
                <c:pt idx="1">
                  <c:v>North</c:v>
                </c:pt>
                <c:pt idx="2">
                  <c:v>South</c:v>
                </c:pt>
                <c:pt idx="3">
                  <c:v/>
                </c:pt>
                <c:pt idx="4">
                  <c:v/>
                </c:pt>
              </c:strCache>
            </c:strRef>
          </c:cat>
          <c:val>
            <c:numRef>
              <c:f>Sheet1!D2:D6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