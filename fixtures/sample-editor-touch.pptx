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ouch-thin-outline"/>
          <p:cNvSpPr/>
          <p:nvPr/>
        </p:nvSpPr>
        <p:spPr>
          <a:xfrm>
            <a:off x="2286000" y="1428750"/>
            <a:ext cx="3048000" cy="1714500"/>
          </a:xfrm>
          <a:prstGeom prst="rect">
            <a:avLst/>
          </a:prstGeom>
          <a:noFill/>
          <a:ln w="9525">
            <a:solidFill>
              <a:srgbClr val="7C3AED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2" name="touch-neighbour"/>
          <p:cNvSpPr/>
          <p:nvPr/>
        </p:nvSpPr>
        <p:spPr>
          <a:xfrm>
            <a:off x="5619750" y="1428750"/>
            <a:ext cx="2095500" cy="17145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Touch">
  <a:themeElements>
    <a:clrScheme name="Editor Touch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ouch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ou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