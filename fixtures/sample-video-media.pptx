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mp4" ContentType="video/mp4"/>
  <Default Extension="png" ContentType="image/png"/>
  <Default Extension="wav" ContentType="audio/wav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4572000" cy="257175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Video" Type="http://schemas.openxmlformats.org/officeDocument/2006/relationships/video" Target="../media/clip.mp4"/><Relationship Id="rIdPoster" Type="http://schemas.openxmlformats.org/officeDocument/2006/relationships/image" Target="../media/poster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Audio" Type="http://schemas.openxmlformats.org/officeDocument/2006/relationships/audio" Target="../media/puls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p"/>
          <p:cNvSpPr/>
          <p:nvPr/>
        </p:nvSpPr>
        <p:spPr>
          <a:xfrm>
            <a:off x="2095500" y="1905000"/>
            <a:ext cx="1905000" cy="381000"/>
          </a:xfrm>
          <a:prstGeom prst="rect">
            <a:avLst/>
          </a:prstGeom>
          <a:solidFill>
            <a:srgbClr val="1565C0"/>
          </a:solidFill>
        </p:spPr>
        <p:txBody>
          <a:bodyPr anchor="ctr"/>
          <a:lstStyle/>
          <a:p>
            <a:r>
              <a:rPr sz="1400">
                <a:solidFill>
                  <a:srgbClr val="FFFFFF"/>
                </a:solidFill>
              </a:rPr>
              <a:t>media</a:t>
            </a:r>
          </a:p>
        </p:txBody>
      </p:sp>
      <p:pic>
        <p:nvPicPr>
          <p:cNvPr id="102" name="合成视频左"/>
          <p:cNvPicPr/>
          <p:nvPr>
            <a:videoFile r:link="rIdVideo"/>
          </p:nvPr>
        </p:nvPicPr>
        <p:blipFill>
          <a:blip r:embed="rIdPoster"/>
          <a:srcRect l="10000" t="0" r="10000" b="0"/>
          <a:stretch>
            <a:fillRect/>
          </a:stretch>
        </p:blipFill>
        <p:spPr>
          <a:xfrm>
            <a:off x="381000" y="381000"/>
            <a:ext cx="1524000" cy="1143000"/>
          </a:xfrm>
          <a:prstGeom prst="rect">
            <a:avLst/>
          </a:prstGeom>
        </p:spPr>
      </p:pic>
      <p:pic>
        <p:nvPicPr>
          <p:cNvPr id="103" name="合成视频右"/>
          <p:cNvPicPr/>
          <p:nvPr>
            <a:videoFile r:link="rIdVideo"/>
          </p:nvPr>
        </p:nvPicPr>
        <p:blipFill>
          <a:blip r:embed="rIdPoster">
            <a:alphaModFix amt="70000"/>
          </a:blip>
          <a:srcRect l="10000" t="0" r="10000" b="0"/>
          <a:stretch>
            <a:fillRect/>
          </a:stretch>
        </p:blipFill>
        <p:spPr>
          <a:xfrm>
            <a:off x="2667000" y="381000"/>
            <a:ext cx="1524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p"/>
          <p:cNvSpPr/>
          <p:nvPr/>
        </p:nvSpPr>
        <p:spPr>
          <a:xfrm>
            <a:off x="1333500" y="381000"/>
            <a:ext cx="1905000" cy="381000"/>
          </a:xfrm>
          <a:prstGeom prst="rect">
            <a:avLst/>
          </a:prstGeom>
          <a:solidFill>
            <a:srgbClr val="6A1B9A"/>
          </a:solidFill>
        </p:spPr>
        <p:txBody>
          <a:bodyPr anchor="ctr"/>
          <a:lstStyle/>
          <a:p>
            <a:r>
              <a:rPr sz="1400">
                <a:solidFill>
                  <a:srgbClr val="FFFFFF"/>
                </a:solidFill>
              </a:rPr>
              <a:t>delay-a</a:t>
            </a:r>
          </a:p>
        </p:txBody>
      </p:sp>
      <p:pic>
        <p:nvPicPr>
          <p:cNvPr id="104" name="延迟音轨"/>
          <p:cNvPicPr/>
          <p:nvPr>
            <a:audioFile r:link="rIdAudio"/>
          </p:nvPr>
        </p:nvPicPr>
        <p:blipFill>
          <a:blip/>
          <a:stretch>
            <a:fillRect/>
          </a:stretch>
        </p:blipFill>
        <p:spPr>
          <a:xfrm>
            <a:off x="381000" y="381000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deoMedia">
  <a:themeElements>
    <a:clrScheme name="VideoMedia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VideoMedia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deoMedi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