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多级列表"/>
          <p:cNvSpPr/>
          <p:nvPr/>
        </p:nvSpPr>
        <p:spPr>
          <a:xfrm>
            <a:off x="1047750" y="666750"/>
            <a:ext cx="10096500" cy="5524500"/>
          </a:xfrm>
          <a:prstGeom prst="roundRect">
            <a:avLst/>
          </a:prstGeom>
          <a:solidFill>
            <a:srgbClr val="F8FAFC"/>
          </a:solidFill>
        </p:spPr>
        <p:txBody>
          <a:bodyPr wrap="square" anchor="t">
            <a:normAutofit fontScale="100000"/>
          </a:bodyPr>
          <a:lstStyle>
            <a:lvl1pPr marL="457200" indent="-171450">
              <a:buAutoNum type="arabicPeriod"/>
              <a:defRPr sz="2400">
                <a:solidFill>
                  <a:srgbClr val="1D4ED8"/>
                </a:solidFill>
              </a:defRPr>
            </a:lvl1pPr>
            <a:lvl2pPr marL="914400" indent="-171450">
              <a:buChar char="◇"/>
              <a:defRPr sz="2000">
                <a:solidFill>
                  <a:srgbClr val="B91C1C"/>
                </a:solidFill>
              </a:defRPr>
            </a:lvl2pPr>
            <a:lvl3pPr marL="1371600" indent="-171450">
              <a:buAutoNum type="alphaLcParenR"/>
              <a:defRPr sz="1800">
                <a:solidFill>
                  <a:srgbClr val="047857"/>
                </a:solidFill>
              </a:defRPr>
            </a:lvl3pPr>
            <a:lvl4pPr marL="1828800" indent="-171450">
              <a:buChar char="–"/>
              <a:defRPr sz="1700">
                <a:solidFill>
                  <a:srgbClr val="7C3AED"/>
                </a:solidFill>
              </a:defRPr>
            </a:lvl4pPr>
            <a:lvl5pPr marL="2286000" indent="-171450">
              <a:buChar char="•"/>
              <a:defRPr sz="1600">
                <a:solidFill>
                  <a:srgbClr val="0F766E"/>
                </a:solidFill>
              </a:defRPr>
            </a:lvl5pPr>
            <a:lvl6pPr marL="2743200" indent="-171450">
              <a:buChar char="○"/>
              <a:defRPr sz="1500">
                <a:solidFill>
                  <a:srgbClr val="9A3412"/>
                </a:solidFill>
              </a:defRPr>
            </a:lvl6pPr>
            <a:lvl7pPr marL="3200400" indent="-171450">
              <a:buChar char="▪"/>
              <a:defRPr sz="1400">
                <a:solidFill>
                  <a:srgbClr val="334155"/>
                </a:solidFill>
              </a:defRPr>
            </a:lvl7pPr>
            <a:lvl8pPr marL="3657600" indent="-171450">
              <a:buChar char="▫"/>
              <a:defRPr sz="1300">
                <a:solidFill>
                  <a:srgbClr val="475569"/>
                </a:solidFill>
              </a:defRPr>
            </a:lvl8pPr>
            <a:lvl9pPr marL="4114800" indent="-171450">
              <a:buChar char="■"/>
              <a:defRPr sz="1200">
                <a:solidFill>
                  <a:srgbClr val="111827"/>
                </a:solidFill>
              </a:defRPr>
            </a:lvl9pPr>
          </a:lstStyle>
          <a:p>
            <a:pPr xmlns:x="urn:web-ppt:list" lvl="0">
              <!--level-sentinel-->
              <x:keep value="yes"/>
            </a:pPr>
            <a:r>
              <a:t>一级一</a:t>
            </a:r>
          </a:p>
          <a:p>
            <a:r>
              <a:t>一级二</a:t>
            </a:r>
          </a:p>
          <a:p>
            <a:pPr lvl="1"/>
            <a:r>
              <a:t>二级符号</a:t>
            </a:r>
          </a:p>
          <a:p>
            <a:r>
              <a:t>一级三</a:t>
            </a:r>
          </a:p>
          <a:p>
            <a:pPr lvl="2"/>
            <a:r>
              <a:t>三级编号一</a:t>
            </a:r>
          </a:p>
          <a:p>
            <a:pPr lvl="2"/>
            <a:r>
              <a:t>三级编号二</a:t>
            </a:r>
          </a:p>
          <a:p>
            <a:pPr lvl="8"/>
            <a:r>
              <a:t>九级边界</a:t>
            </a:r>
          </a:p>
          <a:p>
            <a:pPr lvl="0" marL="2095500" indent="-228600">
              <a:buChar char="★"/>
              <a:defRPr sz="2600"/>
            </a:pPr>
            <a:r>
              <a:t>直设保持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itor List Level">
  <a:themeElements>
    <a:clrScheme name="Editor List Level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List Level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List Leve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