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media/native.png" ContentType="image/png"/>
  <Override PartName="/ppt/notesSlides/notesSlide1.xml" ContentType="application/vnd.openxmlformats-officedocument.presentationml.notes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nvSpPr>
          <p:cNvPr id="2" name="Notes"/>
          <p:cNvSpPr/>
          <p:nvPr>
            <p:ph type="body"/>
          </p:nvPr>
        </p:nvSpPr>
        <p:spPr/>
        <p:txBody>
          <a:bodyPr/>
          <a:lstStyle/>
          <a:p>
            <a:pPr>
              <a:tabLst>
                <a:tab pos="914400" algn="l"/>
                <a:tab pos="1828800" algn="l"/>
              </a:tabLst>
            </a:pPr>
            <a:r>
              <a:t>备注</a:t>
            </a:r>
            <a:tab/>
            <a:r>
              <a:t>Native notes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native.png"/><Relationship Id="rIdNotes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native-shape"/>
          <p:cNvSpPr/>
          <p:nvPr/>
        </p:nvSpPr>
        <p:spPr>
          <a:xfrm>
            <a:off x="571500" y="476250"/>
            <a:ext cx="3048000" cy="857250"/>
          </a:xfrm>
          <a:prstGeom prst="rect">
            <a:avLst/>
          </a:prstGeom>
          <a:solidFill>
            <a:srgbClr val="2463A6"/>
          </a:solidFill>
        </p:spPr>
        <p:txBody>
          <a:bodyPr anchor="ctr" wrap="square"/>
          <a:lstStyle/>
          <a:p>
            <a:pPr algn="ctr"/>
            <a:r>
              <a:rPr sz="2400" b="1">
                <a:latin typeface="Arial"/>
                <a:solidFill>
                  <a:srgbClr val="FFFFFF"/>
                </a:solidFill>
              </a:rPr>
              <a:t>原生 PPT Native</a:t>
            </a:r>
          </a:p>
        </p:txBody>
      </p:sp>
      <p:sp>
        <p:nvSpPr>
          <p:cNvPr id="102" name="native-curve"/>
          <p:cNvSpPr/>
          <p:nvPr/>
        </p:nvSpPr>
        <p:spPr>
          <a:xfrm>
            <a:off x="3810000" y="571500"/>
            <a:ext cx="1714500" cy="1333500"/>
          </a:xfrm>
          <a:prstGeom prst="ellipse">
            <a:avLst/>
          </a:prstGeom>
          <a:solidFill>
            <a:srgbClr val="DC5938"/>
          </a:solidFill>
        </p:spPr>
        <p:txBody>
          <a:bodyPr anchor="ctr"/>
          <a:lstStyle/>
          <a:p>
            <a:endParaRPr/>
          </a:p>
        </p:txBody>
      </p:sp>
      <p:grpSp>
        <p:nvGrpSpPr>
          <p:cNvPr id="103" name="native-group"/>
          <p:cNvGrpSpPr/>
          <p:nvPr/>
        </p:nvGrpSpPr>
        <p:grpSpPr>
          <a:xfrm rot="1200000">
            <a:off x="952500" y="2381250"/>
            <a:ext cx="2857500" cy="1143000"/>
            <a:chOff x="381000" y="190500"/>
            <a:chExt cx="5715000" cy="2286000"/>
          </a:xfrm>
        </p:grpSpPr>
        <p:sp>
          <p:nvSpPr>
            <p:cNvPr id="104" name="native-child"/>
            <p:cNvSpPr/>
            <p:nvPr/>
          </p:nvSpPr>
          <p:spPr>
            <a:xfrm>
              <a:off x="571500" y="381000"/>
              <a:ext cx="1905000" cy="1143000"/>
            </a:xfrm>
            <a:prstGeom prst="rect">
              <a:avLst/>
            </a:prstGeom>
            <a:solidFill>
              <a:srgbClr val="15A879"/>
            </a:solidFill>
          </p:spPr>
          <p:txBody>
            <a:bodyPr anchor="ctr"/>
            <a:lstStyle/>
            <a:p>
              <a:endParaRPr/>
            </a:p>
          </p:txBody>
        </p:sp>
      </p:grpSp>
      <p:pic>
        <p:nvPicPr>
          <p:cNvPr id="105" name="native-imag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6191250" y="476250"/>
            <a:ext cx="9525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Native PPT save">
  <a:themeElements>
    <a:clrScheme name="Native PPT sav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Native PPT sav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Native PPT sav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