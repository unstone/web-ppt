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Sheet1!B1:B1</c:f>
              <c:numCache>
                <c:formatCode>General</c:formatCode>
                <c:ptCount val="0"/>
              </c:numCache>
            </c:numRef>
          </c:xVal>
          <c:yVal>
            <c:numRef>
              <c:f>Sheet1!B2:B2</c:f>
              <c:numCache>
                <c:formatCode>General</c:formatCode>
                <c:ptCount val="0"/>
              </c:numCache>
            </c:numRef>
          </c:yVal>
          <c:bubbleSize>
            <c:numRef>
              <c:f>Sheet1!B3:B3</c:f>
              <c:numCache>
                <c:formatCode>General</c:formatCode>
                <c:ptCount val="0"/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Sheet1!B4:B4</c:f>
              <c:numCache>
                <c:formatCode>General</c:formatCode>
                <c:ptCount val="0"/>
              </c:numCache>
            </c:numRef>
          </c:xVal>
          <c:yVal>
            <c:numRef>
              <c:f>Sheet1!B5:B5</c:f>
              <c:numCache>
                <c:formatCode>General</c:formatCode>
                <c:ptCount val="0"/>
              </c:numCache>
            </c:numRef>
          </c:yVal>
          <c:bubbleSize>
            <c:numRef>
              <c:f>Sheet1!B6:B6</c:f>
              <c:numCache>
                <c:formatCode>General</c:formatCode>
                <c:ptCount val="0"/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Sheet1!B1:B1</c:f>
              <c:numCache>
                <c:formatCode>General</c:formatCode>
                <c:ptCount val="0"/>
              </c:numCache>
            </c:numRef>
          </c:xVal>
          <c:yVal>
            <c:numRef>
              <c:f>Sheet1!B2:B2</c:f>
              <c:numCache>
                <c:formatCode>General</c:formatCode>
                <c:ptCount val="0"/>
              </c:numCache>
            </c:numRef>
          </c:yVal>
          <c:bubbleSize>
            <c:numRef>
              <c:f>Sheet1!B3:B3</c:f>
              <c:numCache>
                <c:formatCode>General</c:formatCode>
                <c:ptCount val="0"/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Sheet1!B4:B4</c:f>
              <c:numCache>
                <c:formatCode>General</c:formatCode>
                <c:ptCount val="0"/>
              </c:numCache>
            </c:numRef>
          </c:xVal>
          <c:yVal>
            <c:numRef>
              <c:f>Sheet1!B5:B5</c:f>
              <c:numCache>
                <c:formatCode>General</c:formatCode>
                <c:ptCount val="0"/>
              </c:numCache>
            </c:numRef>
          </c:yVal>
          <c:bubbleSize>
            <c:numRef>
              <c:f>Sheet1!B6:B6</c:f>
              <c:numCache>
                <c:formatCode>General</c:formatCode>
                <c:ptCount val="0"/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