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9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空内容占位符"/>
          <p:cNvSpPr/>
          <p:nvPr>
            <p:ph type="obj" idx="880"/>
          </p:nvPr>
        </p:nvSpPr>
        <p:spPr>
          <a:xfrm>
            <a:off x="857250" y="876300"/>
            <a:ext cx="6858000" cy="3905250"/>
          </a:xfrm>
          <a:prstGeom prst="rect">
            <a:avLst/>
          </a:prstGeom>
          <a:noFill/>
        </p:spPr>
        <p:txBody>
          <a:bodyPr/>
          <a:lstStyle/>
          <a:p>
            <a:endParaRPr lang="zh-CN"/>
          </a:p>
        </p:txBody>
      </p:sp>
      <p:sp>
        <p:nvSpPr>
          <p:cNvPr id="881" name="非空内容占位符"/>
          <p:cNvSpPr/>
          <p:nvPr>
            <p:ph type="obj" idx="881"/>
          </p:nvPr>
        </p:nvSpPr>
        <p:spPr>
          <a:xfrm>
            <a:off x="8286750" y="876300"/>
            <a:ext cx="2952750" cy="1714500"/>
          </a:xfrm>
          <a:prstGeom prst="rect">
            <a:avLst/>
          </a:prstGeom>
          <a:noFill/>
        </p:spPr>
        <p:txBody>
          <a:bodyPr/>
          <a:lstStyle/>
          <a:p>
            <a:r>
              <a:rPr lang="zh-CN"/>
              <a:t>不能被表格覆盖</a:t>
            </a:r>
          </a:p>
        </p:txBody>
      </p:sp>
      <p:extLst>
        <p:ext uri="{ADD-TABLE-TAIL}">
          <fixture:keep xmlns:fixture="urn:web-ppt:add-table" value="必须原位保留"/>
        </p:ext>
      </p:extLst>
    </p:spTree>
  </p:cSld>
  <p:clrMapOvr>
    <a:masterClrMapping/>
  </p:clrMapOvr>
</p:sld>
</file>

<file path=ppt/theme/theme1.xml><?xml version="1.0" encoding="utf-8"?>
<a:theme xmlns:a="http://schemas.openxmlformats.org/drawingml/2006/main" name="Add Table Theme">
  <a:themeElements>
    <a:clrScheme name="Add Table Them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D94F70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Add Tabl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dd Table Them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