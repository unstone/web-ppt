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ource-page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Default Extension="png" ContentType="image/png"/>
  <Override PartName="/ppt/notesSlides/notesSlide1.xml" ContentType="application/vnd.openxmlformats-officedocument.presentationml.notesSlide+xml"/>
  <Override PartName="/ppt/notesSlides/source-note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Keep.xml" ContentType="application/vnd.openxmlformats-officedocument.drawingml.chart+xml"/>
  <Override PartName="/ppt/comments/commentKeep.xml" ContentType="application/vnd.openxmlformats-officedocument.presentationml.comments+xml"/>
  <Override PartName="/ppt/notesMasters/notesMasterKeep.xml" ContentType="application/vnd.openxmlformats-officedocument.presentationml.notesMaster+xml"/>
  <Override xmlns:fixture="urn:web-ppt:remove-slide" fixture:keep="TYPE-TAIL" PartName="/customXml/keep.xml" ContentType="application/x-web-ppt-keep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xmlns:fixture="urn:web-ppt:remove-slide" fixture:slot="1" id="801" r:id="rId31"/>
    <p:sldId xmlns:fixture="urn:web-ppt:remove-slide" fixture:slot="2" id="905" r:id="rId77"/>
    <p:sldId xmlns:fixture="urn:web-ppt:remove-slide" fixture:slot="3" id="1201" r:id="rId103"/>
    <p:sldId xmlns:fixture="urn:web-ppt:remove-slide" fixture:slot="4" id="4090" r:id="rId205"/>
  </p:sldIdLst>
  <p:sldSz cx="12192000" cy="6858000"/>
  <p:notesSz cx="6858000" cy="9144000"/>
  <p:extLst>
    <p:ext uri="{REMOVE-SLIDE-SECTIONS}">
      <p14:sectionLst xmlns:p14="http://schemas.microsoft.com/office/powerpoint/2010/main">
        <p14:section xmlns:fixture="urn:web-ppt:remove-slide" fixture:keep="SECTION-A" name="前两页" id="{11111111-1111-1111-1111-111111111111}">
          <p14:sldIdLst>
            <p14:sldId fixture:keep="MEMBER-A" id="801"/>
            <p14:sldId id="905"/>
          </p14:sldIdLst>
        </p14:section>
        <p14:section name="后两页" id="{22222222-2222-2222-2222-222222222222}">
          <p14:sldIdLst>
            <p14:sldId id="1201"/>
            <p14:sldId id="4090"/>
          </p14:sldIdLst>
        </p14:section>
      </p14:sectionLst>
      <fixture:keep xmlns:fixture="urn:web-ppt:remove-slide" value="presentation-tail"/>
    </p:ext>
  </p:extLst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31" Type="http://schemas.openxmlformats.org/officeDocument/2006/relationships/slide" Target="slides/slide1.xml"/><Relationship Id="rId77" Type="http://schemas.openxmlformats.org/officeDocument/2006/relationships/slide" Target="slides/source-page.xml"/><Relationship Id="rId103" Type="http://schemas.openxmlformats.org/officeDocument/2006/relationships/slide" Target="slides/slide3.xml"/><Relationship Id="rId205" Type="http://schemas.openxmlformats.org/officeDocument/2006/relationships/slide" Target="slides/slide4.xml"/><Relationship Id="rId6" Type="http://schemas.openxmlformats.org/officeDocument/2006/relationships/theme" Target="theme/theme1.xml"/><Relationship Id="rId300" Type="urn:web-ppt:unknown" Target="../customXml/keep.xml"/></Relationships>
</file>

<file path=ppt/charts/chartKeep.xml><?xml version="1.0" encoding="utf-8"?>
<c:chartSpace xmlns:c="http://schemas.openxmlformats.org/drawingml/2006/chart">
  <c:chart/>
</c:chartSpace>
</file>

<file path=ppt/comments/commentKeep.xml><?xml version="1.0" encoding="utf-8"?>
<p:cmLst xmlns:p="http://schemas.openxmlformats.org/presentationml/2006/main">
  <p:cm authorId="42" idx="7">
    <p:pos x="100" y="200"/>
    <p:text>只保留不级联</p:text>
  </p:cm>
</p:cmLst>
</file>

<file path=ppt/notesMasters/notesMasterKeep.xml><?xml version="1.0" encoding="utf-8"?>
<p:notesMaster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hyperlink" Target="https://example.com/note/1" TargetMode="Externa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hyperlink" Target="https://example.com/note/3" TargetMode="Externa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hyperlink" Target="https://example.com/note/4" TargetMode="External"/></Relationships>
</file>

<file path=ppt/notesSlides/_rels/source-note.xml.rels><?xml version="1.0" encoding="UTF-8" standalone="yes"?>
<Relationships xmlns="http://schemas.openxmlformats.org/package/2006/relationships"><Relationship Id="rId1" Type="http://schemas.openxmlformats.org/officeDocument/2006/relationships/hyperlink" Target="https://example.com/note/2" TargetMode="External"/><Relationship Id="rId2" Type="http://schemas.openxmlformats.org/officeDocument/2006/relationships/notesMaster" Target="../notesMasters/notesMasterKeep.xml"/><Relationship Id="slide-back" Type="http://schemas.openxmlformats.org/officeDocument/2006/relationships/slide" Target="../slides/source-page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/>
          <p:nvPr>
            <p:ph type="body" idx="1"/>
          </p:nvPr>
        </p:nvSpPr>
        <p:spPr/>
        <p:txBody>
          <a:bodyPr/>
          <a:lstStyle/>
          <a:p>
            <a:r>
              <a:rPr sz="1200"/>
              <a:t>页面 1 的独立备注</a:t>
            </a:r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/>
          <p:nvPr>
            <p:ph type="body" idx="1"/>
          </p:nvPr>
        </p:nvSpPr>
        <p:spPr/>
        <p:txBody>
          <a:bodyPr/>
          <a:lstStyle/>
          <a:p>
            <a:r>
              <a:rPr sz="1200"/>
              <a:t>页面 3 的独立备注</a:t>
            </a:r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/>
          <p:nvPr>
            <p:ph type="body" idx="1"/>
          </p:nvPr>
        </p:nvSpPr>
        <p:spPr/>
        <p:txBody>
          <a:bodyPr/>
          <a:lstStyle/>
          <a:p>
            <a:r>
              <a:rPr sz="1200"/>
              <a:t>页面 4 的独立备注</a:t>
            </a:r>
          </a:p>
        </p:txBody>
      </p:sp>
    </p:spTree>
  </p:cSld>
</p:notes>
</file>

<file path=ppt/notesSlides/source-note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/>
          <p:nvPr>
            <p:ph type="body" idx="1"/>
          </p:nvPr>
        </p:nvSpPr>
        <p:spPr/>
        <p:txBody>
          <a:bodyPr/>
          <a:lstStyle/>
          <a:p>
            <a:r>
              <a:rPr sz="1200"/>
              <a:t>页面 2 的独立备注</a:t>
            </a:r>
          </a:p>
        </p:txBody>
      </p:sp>
    </p:spTree>
  </p:cSld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chemeClr val="tx2"/>
          </a:solidFill>
        </a:defRPr>
      </a:lvl1pPr>
    </p:titleStyle>
    <p:bodyStyle>
      <a:lvl1pPr>
        <a:buNone/>
        <a:defRPr sz="1600">
          <a:solidFill>
            <a:schemeClr val="tx1"/>
          </a:solidFill>
        </a:defRPr>
      </a:lvl1pPr>
    </p:bodyStyle>
    <p:otherStyle>
      <a:lvl1pPr>
        <a:defRPr sz="14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8" Type="http://schemas.openxmlformats.org/officeDocument/2006/relationships/image" Target="../media/shared.png"/><Relationship Id="rId9" Type="http://schemas.openxmlformats.org/officeDocument/2006/relationships/notesSlide" Target="../notesSlides/notesSlide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8" Type="http://schemas.openxmlformats.org/officeDocument/2006/relationships/image" Target="../media/shared.png"/><Relationship Id="rId9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8" Type="http://schemas.openxmlformats.org/officeDocument/2006/relationships/image" Target="../media/shared.png"/><Relationship Id="rId9" Type="http://schemas.openxmlformats.org/officeDocument/2006/relationships/notesSlide" Target="../notesSlides/notesSlide4.xml"/></Relationships>
</file>

<file path=ppt/slides/_rels/source-page.xml.rels><?xml version="1.0" encoding="UTF-8" standalone="yes"?>
<Relationships xmlns="http://schemas.openxmlformats.org/package/2006/relationships"><Relationship Id="layout-main" Type="http://schemas.openxmlformats.org/officeDocument/2006/relationships/slideLayout" Target="../slideLayouts/slideLayout1.xml"/><Relationship Id="rId8" Type="http://schemas.openxmlformats.org/officeDocument/2006/relationships/image" Target="../media/shared.png"/><Relationship Id="notes-main" Type="http://schemas.openxmlformats.org/officeDocument/2006/relationships/notesSlide" Target="../notesSlides/source-note.xml"/><Relationship Id="rId96" Type="http://schemas.openxmlformats.org/officeDocument/2006/relationships/comments" Target="../comments/commentKeep.xml"/><Relationship Id="rId97" Type="http://schemas.openxmlformats.org/officeDocument/2006/relationships/chart" Target="../charts/chartKeep.xml"/><Relationship Id="rId99" Type="urn:web-ppt:unknown" Target="../../customXml/keep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页面 1"/>
          <p:cNvSpPr/>
          <p:nvPr/>
        </p:nvSpPr>
        <p:spPr>
          <a:xfrm>
            <a:off x="1143000" y="1524000"/>
            <a:ext cx="9906000" cy="2476500"/>
          </a:xfrm>
          <a:prstGeom prst="roundRect">
            <a:avLst/>
          </a:prstGeom>
          <a:solidFill>
            <a:schemeClr val="accent1"/>
          </a:solidFill>
        </p:spPr>
        <p:txBody>
          <a:bodyPr anchor="ctr"/>
          <a:lstStyle/>
          <a:p>
            <a:pPr algn="ctr"/>
            <a:r>
              <a:rPr sz="3600" b="1"/>
              <a:t>可删除页面 1</a:t>
            </a:r>
          </a:p>
        </p:txBody>
      </p:sp>
      <p:sp>
        <p:nvSpPr>
          <p:cNvPr id="21" name="页码 1"/>
          <p:cNvSpPr/>
          <p:nvPr/>
        </p:nvSpPr>
        <p:spPr>
          <a:xfrm>
            <a:off x="10668000" y="6191250"/>
            <a:ext cx="952500" cy="285750"/>
          </a:xfrm>
          <a:prstGeom prst="rect">
            <a:avLst/>
          </a:prstGeom>
          <a:noFill/>
        </p:spPr>
        <p:txBody>
          <a:bodyPr/>
          <a:lstStyle/>
          <a:p>
            <a:fld id="{10000000-0000-0000-0000-000000000001}" type="slidenum">
              <a:rPr sz="1200"/>
              <a:t>1</a:t>
            </a:fld>
          </a:p>
        </p:txBody>
      </p:sp>
      <p:sp>
        <p:nvSpPr>
          <p:cNvPr id="31" name="下一页 1">
            <a:hlinkClick action="ppaction://hlinkshowjump?jump=nextslide"/>
          </p:cNvPr>
          <p:cNvSpPr/>
          <p:nvPr/>
        </p:nvSpPr>
        <p:spPr>
          <a:xfrm>
            <a:off x="11239500" y="381000"/>
            <a:ext cx="381000" cy="381000"/>
          </a:xfrm>
          <a:prstGeom prst="rightArrow">
            <a:avLst/>
          </a:prstGeom>
          <a:solidFill>
            <a:schemeClr val="accent2"/>
          </a:solidFill>
        </p:spPr>
      </p:sp>
      <p:pic>
        <p:nvPicPr>
          <p:cNvPr id="41" name="共享像素 1"/>
          <p:cNvPicPr/>
          <p:nvPr/>
        </p:nvPicPr>
        <p:blipFill>
          <a:blip r:embed="rId8"/>
          <a:stretch>
            <a:fillRect/>
          </a:stretch>
        </p:blipFill>
        <p:spPr>
          <a:xfrm>
            <a:off x="381000" y="6000750"/>
            <a:ext cx="22860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页面 3"/>
          <p:cNvSpPr/>
          <p:nvPr/>
        </p:nvSpPr>
        <p:spPr>
          <a:xfrm>
            <a:off x="1143000" y="1524000"/>
            <a:ext cx="9906000" cy="2476500"/>
          </a:xfrm>
          <a:prstGeom prst="roundRect">
            <a:avLst/>
          </a:prstGeom>
          <a:solidFill>
            <a:schemeClr val="accent3"/>
          </a:solidFill>
        </p:spPr>
        <p:txBody>
          <a:bodyPr anchor="ctr"/>
          <a:lstStyle/>
          <a:p>
            <a:pPr algn="ctr"/>
            <a:r>
              <a:rPr sz="3600" b="1"/>
              <a:t>可删除页面 3</a:t>
            </a:r>
          </a:p>
        </p:txBody>
      </p:sp>
      <p:sp>
        <p:nvSpPr>
          <p:cNvPr id="23" name="页码 3"/>
          <p:cNvSpPr/>
          <p:nvPr/>
        </p:nvSpPr>
        <p:spPr>
          <a:xfrm>
            <a:off x="10668000" y="6191250"/>
            <a:ext cx="952500" cy="285750"/>
          </a:xfrm>
          <a:prstGeom prst="rect">
            <a:avLst/>
          </a:prstGeom>
          <a:noFill/>
        </p:spPr>
        <p:txBody>
          <a:bodyPr/>
          <a:lstStyle/>
          <a:p>
            <a:fld id="{10000000-0000-0000-0000-000000000003}" type="slidenum">
              <a:rPr sz="1200"/>
              <a:t>3</a:t>
            </a:fld>
          </a:p>
        </p:txBody>
      </p:sp>
      <p:sp>
        <p:nvSpPr>
          <p:cNvPr id="33" name="下一页 3">
            <a:hlinkClick action="ppaction://hlinkshowjump?jump=nextslide"/>
          </p:cNvPr>
          <p:cNvSpPr/>
          <p:nvPr/>
        </p:nvSpPr>
        <p:spPr>
          <a:xfrm>
            <a:off x="11239500" y="381000"/>
            <a:ext cx="381000" cy="381000"/>
          </a:xfrm>
          <a:prstGeom prst="rightArrow">
            <a:avLst/>
          </a:prstGeom>
          <a:solidFill>
            <a:schemeClr val="accent2"/>
          </a:solidFill>
        </p:spPr>
      </p:sp>
      <p:pic>
        <p:nvPicPr>
          <p:cNvPr id="43" name="共享像素 3"/>
          <p:cNvPicPr/>
          <p:nvPr/>
        </p:nvPicPr>
        <p:blipFill>
          <a:blip r:embed="rId8"/>
          <a:stretch>
            <a:fillRect/>
          </a:stretch>
        </p:blipFill>
        <p:spPr>
          <a:xfrm>
            <a:off x="381000" y="6000750"/>
            <a:ext cx="22860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页面 4"/>
          <p:cNvSpPr/>
          <p:nvPr/>
        </p:nvSpPr>
        <p:spPr>
          <a:xfrm>
            <a:off x="1143000" y="1524000"/>
            <a:ext cx="9906000" cy="2476500"/>
          </a:xfrm>
          <a:prstGeom prst="roundRect">
            <a:avLst/>
          </a:prstGeom>
          <a:solidFill>
            <a:schemeClr val="accent4"/>
          </a:solidFill>
        </p:spPr>
        <p:txBody>
          <a:bodyPr anchor="ctr"/>
          <a:lstStyle/>
          <a:p>
            <a:pPr algn="ctr"/>
            <a:r>
              <a:rPr sz="3600" b="1"/>
              <a:t>可删除页面 4</a:t>
            </a:r>
          </a:p>
        </p:txBody>
      </p:sp>
      <p:sp>
        <p:nvSpPr>
          <p:cNvPr id="24" name="页码 4"/>
          <p:cNvSpPr/>
          <p:nvPr/>
        </p:nvSpPr>
        <p:spPr>
          <a:xfrm>
            <a:off x="10668000" y="6191250"/>
            <a:ext cx="952500" cy="285750"/>
          </a:xfrm>
          <a:prstGeom prst="rect">
            <a:avLst/>
          </a:prstGeom>
          <a:noFill/>
        </p:spPr>
        <p:txBody>
          <a:bodyPr/>
          <a:lstStyle/>
          <a:p>
            <a:fld id="{10000000-0000-0000-0000-000000000004}" type="slidenum">
              <a:rPr sz="1200"/>
              <a:t>4</a:t>
            </a:fld>
          </a:p>
        </p:txBody>
      </p:sp>
      <p:sp>
        <p:nvSpPr>
          <p:cNvPr id="34" name="下一页 4">
            <a:hlinkClick action="ppaction://hlinkshowjump?jump=nextslide"/>
          </p:cNvPr>
          <p:cNvSpPr/>
          <p:nvPr/>
        </p:nvSpPr>
        <p:spPr>
          <a:xfrm>
            <a:off x="11239500" y="381000"/>
            <a:ext cx="381000" cy="381000"/>
          </a:xfrm>
          <a:prstGeom prst="rightArrow">
            <a:avLst/>
          </a:prstGeom>
          <a:solidFill>
            <a:schemeClr val="accent2"/>
          </a:solidFill>
        </p:spPr>
      </p:sp>
      <p:pic>
        <p:nvPicPr>
          <p:cNvPr id="44" name="共享像素 4"/>
          <p:cNvPicPr/>
          <p:nvPr/>
        </p:nvPicPr>
        <p:blipFill>
          <a:blip r:embed="rId8"/>
          <a:stretch>
            <a:fillRect/>
          </a:stretch>
        </p:blipFill>
        <p:spPr>
          <a:xfrm>
            <a:off x="381000" y="6000750"/>
            <a:ext cx="22860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ource-pag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页面 2"/>
          <p:cNvSpPr/>
          <p:nvPr/>
        </p:nvSpPr>
        <p:spPr>
          <a:xfrm>
            <a:off x="1143000" y="1524000"/>
            <a:ext cx="9906000" cy="2476500"/>
          </a:xfrm>
          <a:prstGeom prst="roundRect">
            <a:avLst/>
          </a:prstGeom>
          <a:solidFill>
            <a:schemeClr val="accent2"/>
          </a:solidFill>
        </p:spPr>
        <p:txBody>
          <a:bodyPr anchor="ctr"/>
          <a:lstStyle/>
          <a:p>
            <a:pPr algn="ctr"/>
            <a:r>
              <a:rPr sz="3600" b="1"/>
              <a:t>可删除页面 2</a:t>
            </a:r>
          </a:p>
        </p:txBody>
      </p:sp>
      <p:sp>
        <p:nvSpPr>
          <p:cNvPr id="22" name="页码 2"/>
          <p:cNvSpPr/>
          <p:nvPr/>
        </p:nvSpPr>
        <p:spPr>
          <a:xfrm>
            <a:off x="10668000" y="6191250"/>
            <a:ext cx="952500" cy="285750"/>
          </a:xfrm>
          <a:prstGeom prst="rect">
            <a:avLst/>
          </a:prstGeom>
          <a:noFill/>
        </p:spPr>
        <p:txBody>
          <a:bodyPr/>
          <a:lstStyle/>
          <a:p>
            <a:fld id="{10000000-0000-0000-0000-000000000002}" type="slidenum">
              <a:rPr sz="1200"/>
              <a:t>2</a:t>
            </a:fld>
          </a:p>
        </p:txBody>
      </p:sp>
      <p:sp>
        <p:nvSpPr>
          <p:cNvPr id="32" name="下一页 2">
            <a:hlinkClick action="ppaction://hlinkshowjump?jump=nextslide"/>
          </p:cNvPr>
          <p:cNvSpPr/>
          <p:nvPr/>
        </p:nvSpPr>
        <p:spPr>
          <a:xfrm>
            <a:off x="11239500" y="381000"/>
            <a:ext cx="381000" cy="381000"/>
          </a:xfrm>
          <a:prstGeom prst="rightArrow">
            <a:avLst/>
          </a:prstGeom>
          <a:solidFill>
            <a:schemeClr val="accent2"/>
          </a:solidFill>
        </p:spPr>
      </p:sp>
      <p:pic>
        <p:nvPicPr>
          <p:cNvPr id="42" name="共享像素 2"/>
          <p:cNvPicPr/>
          <p:nvPr/>
        </p:nvPicPr>
        <p:blipFill>
          <a:blip r:embed="rId8"/>
          <a:stretch>
            <a:fillRect/>
          </a:stretch>
        </p:blipFill>
        <p:spPr>
          <a:xfrm>
            <a:off x="381000" y="6000750"/>
            <a:ext cx="228600" cy="228600"/>
          </a:xfrm>
          <a:prstGeom prst="rect">
            <a:avLst/>
          </a:prstGeom>
        </p:spPr>
      </p:pic>
      <p:grpSp>
        <p:nvGrpSpPr>
          <p:cNvPr id="50" name="外层组合"/>
          <p:cNvGrpSpPr/>
          <p:nvPr/>
        </p:nvGrpSpPr>
        <p:grpSpPr>
          <a:xfrm rot="300000">
            <a:off x="2476500" y="4095750"/>
            <a:ext cx="2857500" cy="1333500"/>
            <a:chOff x="0" y="0"/>
            <a:chExt cx="2857500" cy="1333500"/>
          </a:xfrm>
        </p:grpSpPr>
        <p:grpSp>
          <p:nvGrpSpPr>
            <p:cNvPr id="51" name="内层组合"/>
            <p:cNvGrpSpPr/>
            <p:nvPr/>
          </p:nvGrpSpPr>
          <p:grpSpPr>
            <a:xfrm>
              <a:off x="190500" y="190500"/>
              <a:ext cx="2286000" cy="952500"/>
              <a:chOff x="0" y="0"/>
              <a:chExt cx="2286000" cy="952500"/>
            </a:xfrm>
          </p:grpSpPr>
          <p:sp>
            <p:nvSpPr>
              <p:cNvPr id="52" name="嵌套副本内容"/>
              <p:cNvSpPr/>
              <p:nvPr/>
            </p:nvSpPr>
            <p:spPr>
              <a:xfrm>
                <a:off x="190500" y="190500"/>
                <a:ext cx="1905000" cy="571500"/>
              </a:xfrm>
              <a:prstGeom prst="hexagon">
                <a:avLst/>
              </a:prstGeom>
              <a:solidFill>
                <a:schemeClr val="accent5"/>
              </a:solidFill>
            </p:spPr>
            <p:txBody>
              <a:bodyPr/>
              <a:lstStyle/>
              <a:p>
                <a:r>
                  <a:rPr sz="1600"/>
                  <a:t>嵌套副本</a:t>
                </a:r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Remove Slide Theme">
  <a:themeElements>
    <a:clrScheme name="Remove Slide Theme">
      <a:dk1>
        <a:sysClr val="windowText" lastClr="1A1A1A"/>
      </a:dk1>
      <a:lt1>
        <a:sysClr val="window" lastClr="FFFFFF"/>
      </a:lt1>
      <a:dk2>
        <a:srgbClr val="1F3864"/>
      </a:dk2>
      <a:lt2>
        <a:srgbClr val="F2F2F2"/>
      </a:lt2>
      <a:accent1>
        <a:srgbClr val="2E75B6"/>
      </a:accent1>
      <a:accent2>
        <a:srgbClr val="A6A6A6"/>
      </a:accent2>
      <a:accent3>
        <a:srgbClr val="70AD47"/>
      </a:accent3>
      <a:accent4>
        <a:srgbClr val="FFC000"/>
      </a:accent4>
      <a:accent5>
        <a:srgbClr val="ED7D31"/>
      </a:accent5>
      <a:accent6>
        <a:srgbClr val="7030A0"/>
      </a:accent6>
      <a:hlink>
        <a:srgbClr val="0563C1"/>
      </a:hlink>
      <a:folHlink>
        <a:srgbClr val="954F72"/>
      </a:folHlink>
    </a:clrScheme>
    <a:fontScheme name="Remove Slid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Remove Slide Them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customXml/keep.xml><?xml version="1.0" encoding="utf-8"?>
<keep xmlns="urn:web-ppt:remove-slide">原位保留</keep>
</file>