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fntdata" ContentType="application/x-fontdata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WebPPT Embedded" pitchFamily="34" charset="0"/>
      <p:regular r:id="rId100"/>
      <p:bold r:id="rId101"/>
      <p:italic r:id="rId102"/>
      <p:boldItalic r:id="rId103"/>
    </p:embeddedFont>
  </p:embeddedFon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102" Type="http://schemas.openxmlformats.org/officeDocument/2006/relationships/font" Target="fonts/font3.fntdata"/><Relationship Id="rId103" Type="http://schemas.openxmlformats.org/officeDocument/2006/relationships/font" Target="fonts/font4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571500" y="381000"/>
            <a:ext cx="11049000" cy="4191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000" b="1">
                <a:solidFill>
                  <a:schemeClr val="tx2"/>
                </a:solidFill>
              </a:rPr>
              <a:t>嵌入字体 · 四种容器形态</a:t>
            </a:r>
          </a:p>
        </p:txBody>
      </p:sp>
      <p:sp>
        <p:nvSpPr>
          <p:cNvPr id="102" name="sp"/>
          <p:cNvSpPr/>
          <p:nvPr/>
        </p:nvSpPr>
        <p:spPr>
          <a:xfrm>
            <a:off x="571500" y="1047750"/>
            <a:ext cx="11049000" cy="8572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atin typeface="WebPPT Embedded"/>
              </a:rPr>
              <a:t>AAAA 未压缩 EOT</a:t>
            </a:r>
          </a:p>
        </p:txBody>
      </p:sp>
      <p:sp>
        <p:nvSpPr>
          <p:cNvPr id="103" name="sp"/>
          <p:cNvSpPr/>
          <p:nvPr/>
        </p:nvSpPr>
        <p:spPr>
          <a:xfrm>
            <a:off x="571500" y="2000250"/>
            <a:ext cx="11049000" cy="8572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 b="1">
                <a:latin typeface="WebPPT Embedded"/>
              </a:rPr>
              <a:t>AAAA 未压缩 EOT + 异或</a:t>
            </a:r>
          </a:p>
        </p:txBody>
      </p:sp>
      <p:sp>
        <p:nvSpPr>
          <p:cNvPr id="104" name="sp"/>
          <p:cNvSpPr/>
          <p:nvPr/>
        </p:nvSpPr>
        <p:spPr>
          <a:xfrm>
            <a:off x="571500" y="2952750"/>
            <a:ext cx="11049000" cy="8572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 i="1">
                <a:latin typeface="WebPPT Embedded"/>
              </a:rPr>
              <a:t>AAAA 标记为 MTX 压缩</a:t>
            </a:r>
          </a:p>
        </p:txBody>
      </p:sp>
      <p:sp>
        <p:nvSpPr>
          <p:cNvPr id="105" name="sp"/>
          <p:cNvSpPr/>
          <p:nvPr/>
        </p:nvSpPr>
        <p:spPr>
          <a:xfrm>
            <a:off x="571500" y="3905250"/>
            <a:ext cx="11049000" cy="8572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 b="1" i="1">
                <a:latin typeface="WebPPT Embedded"/>
              </a:rPr>
              <a:t>AAAA 裸 TTF 无容器</a:t>
            </a:r>
          </a:p>
        </p:txBody>
      </p:sp>
      <p:sp>
        <p:nvSpPr>
          <p:cNvPr id="106" name="sp"/>
          <p:cNvSpPr/>
          <p:nvPr/>
        </p:nvSpPr>
        <p:spPr>
          <a:xfrm>
            <a:off x="571500" y="5143500"/>
            <a:ext cx="11049000" cy="1143000"/>
          </a:xfrm>
          <a:prstGeom prst="roundRect">
            <a:avLst/>
          </a:prstGeom>
          <a:solidFill>
            <a:srgbClr val="lt2"/>
          </a:solidFill>
        </p:spPr>
        <p:txBody>
          <a:bodyPr anchor="ctr"/>
          <a:lstStyle/>
          <a:p>
            <a:pPr algn="ctr"/>
            <a:r>
              <a:rPr sz="1100">
                <a:solidFill>
                  <a:srgbClr val="404040"/>
                </a:solidFill>
              </a:rPr>
              <a:t>四段文字都指定 WebPPT Embedded；能不能真按它渲染，取决于容器有没有被还原成 sfnt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dFont">
  <a:themeElements>
    <a:clrScheme name="EmbedFon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mbedFon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mbedFo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