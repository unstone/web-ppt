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富文本剪贴板"/>
          <p:cNvSpPr/>
          <p:nvPr/>
        </p:nvSpPr>
        <p:spPr>
          <a:xfrm>
            <a:off x="1143000" y="1047750"/>
            <a:ext cx="7239000" cy="2476500"/>
          </a:xfrm>
          <a:prstGeom prst="roundRect">
            <a:avLst/>
          </a:prstGeom>
          <a:solidFill>
            <a:srgbClr val="F8FAFC"/>
          </a:solidFill>
        </p:spPr>
        <p:txBody>
          <a:bodyPr wrap="square" anchor="t"/>
          <a:lstStyle/>
          <a:p>
            <a:pPr algn="ctr"/>
            <a:r>
              <a:rPr sz="2000">
                <a:solidFill>
                  <a:srgbClr val="DC2626"/>
                </a:solidFill>
              </a:rPr>
              <a:t>同</a:t>
            </a:r>
            <!--rich-clipboard-gap: keep-->
            <a:r>
              <a:rPr sz="2000" b="1">
                <a:solidFill>
                  <a:srgbClr val="16A34A"/>
                </a:solidFill>
                <a:latin typeface="Courier New"/>
                <a:ea typeface="Courier New"/>
                <a:cs typeface="Courier New"/>
              </a:rPr>
              <a:t>同</a:t>
            </a:r>
            <a:r>
              <a:rPr sz="2000" i="1" strike="sngStrike">
                <a:solidFill>
                  <a:srgbClr val="2563EB"/>
                </a:solidFill>
              </a:rPr>
              <a:t>同</a:t>
            </a:r>
          </a:p>
        </p:txBody>
      </p:sp>
      <p:sp>
        <p:nvSpPr>
          <p:cNvPr id="102" name="带格式硬换行"/>
          <p:cNvSpPr/>
          <p:nvPr/>
        </p:nvSpPr>
        <p:spPr>
          <a:xfrm>
            <a:off x="1143000" y="4000500"/>
            <a:ext cx="7239000" cy="1238250"/>
          </a:xfrm>
          <a:prstGeom prst="rect">
            <a:avLst/>
          </a:prstGeom>
          <a:solidFill>
            <a:srgbClr val="EFF6FF"/>
          </a:solidFill>
        </p:spPr>
        <p:txBody>
          <a:bodyPr wrap="square" anchor="ctr"/>
          <a:lstStyle/>
          <a:p>
            <a:r>
              <a:rPr sz="1800"/>
              <a:t>上</a:t>
            </a:r>
            <a:br>
              <a:rPr sz="1800" u="sng"/>
            </a:br>
            <a:r>
              <a:rPr sz="1800"/>
              <a:t>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 Rich Clipboard">
  <a:themeElements>
    <a:clrScheme name="Editor Rich Clipboard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Rich Clipboard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Rich Clipboar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