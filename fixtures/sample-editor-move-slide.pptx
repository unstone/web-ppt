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customXml/keep.xml" ContentType="application/x-web-ppt-keep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xmlns:fixture="urn:web-ppt:move-slide" fixture:slot="1" id="900" r:id="rId40"/>
    <p:sldId xmlns:fixture="urn:web-ppt:move-slide" fixture:slot="2" id="905" r:id="rId72"/>
    <p:sldId xmlns:fixture="urn:web-ppt:move-slide" fixture:slot="3" id="990" r:id="rId101"/>
  </p:sldIdLst>
  <p:sldSz cx="12192000" cy="6858000"/>
  <p:notesSz cx="6858000" cy="9144000"/>
  <p:extLst>
    <p:ext uri="{MOVE-SLIDE-SECTIONS}">
      <p14:sectionLst xmlns:p14="http://schemas.microsoft.com/office/powerpoint/2010/main">
        <p14:section name="前两页" id="{11111111-1111-1111-1111-111111111111}">
          <p14:sldIdLst>
            <p14:sldId xmlns:fixture="urn:web-ppt:move-slide" fixture:keep="A" id="900"/>
            <p14:sldId id="905"/>
          </p14:sldIdLst>
        </p14:section>
        <p14:section name="末页" id="{22222222-2222-2222-2222-222222222222}">
          <p14:sldIdLst>
            <p14:sldId id="990"/>
          </p14:sldIdLst>
        </p14:section>
      </p14:sectionLst>
      <fixture:keep xmlns:fixture="urn:web-ppt:move-slide" value="presentation-tail"/>
    </p:ext>
  </p:ex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40" Type="http://schemas.openxmlformats.org/officeDocument/2006/relationships/slide" Target="slides/slide1.xml"/><Relationship Id="rId72" Type="http://schemas.openxmlformats.org/officeDocument/2006/relationships/slide" Target="slides/slide2.xml"/><Relationship Id="rId101" Type="http://schemas.openxmlformats.org/officeDocument/2006/relationships/slide" Target="slides/slide3.xml"/><Relationship Id="rId5" Type="http://schemas.openxmlformats.org/officeDocument/2006/relationships/theme" Target="theme/theme1.xml"/><Relationship Id="rId120" Type="urn:web-ppt:unknown" Target="../customXml/keep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1 的备注不可变化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2 的备注不可变化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3 的备注不可变化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页面 1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 b="1"/>
              <a:t>稳定页面 1</a:t>
            </a:r>
          </a:p>
        </p:txBody>
      </p:sp>
      <p:sp>
        <p:nvSpPr>
          <p:cNvPr id="21" name="页码文本框 1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00000000-0000-0000-0000-000000000001}" type="slidenum">
              <a:rPr sz="1200"/>
              <a:t>1</a:t>
            </a:fld>
          </a:p>
        </p:txBody>
      </p:sp>
      <p:sp>
        <p:nvSpPr>
          <p:cNvPr id="31" name="下一页 1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面 2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3600" b="1"/>
              <a:t>稳定页面 2</a:t>
            </a:r>
          </a:p>
        </p:txBody>
      </p:sp>
      <p:graphicFrame>
        <p:nvGraphicFramePr>
          <p:cNvPr id="22" name="页码表格 2"/>
          <p:cNvGraphicFramePr/>
          <p:nvPr/>
        </p:nvGraphicFramePr>
        <p:xfrm>
          <a:off x="10668000" y="6191250"/>
          <a:ext cx="952500" cy="285750"/>
        </p:xfrm>
        <a:graphic>
          <a:graphicData uri="http://schemas.openxmlformats.org/drawingml/2006/table">
            <a:tbl>
              <a:tblPr/>
              <a:tblGrid>
                <a:gridCol w="952500"/>
              </a:tblGrid>
              <a:tr h="285750">
                <a:tc>
                  <a:txBody>
                    <a:bodyPr/>
                    <a:lstStyle/>
                    <a:p>
                      <a:fld id="{00000000-0000-0000-0000-000000000002}" type="slidenum">
                        <a:rPr sz="1200"/>
                        <a:t>2</a:t>
                      </a:fld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2" name="下一页 2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页面 3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3600" b="1"/>
              <a:t>稳定页面 3</a:t>
            </a:r>
          </a:p>
        </p:txBody>
      </p:sp>
      <p:sp>
        <p:nvSpPr>
          <p:cNvPr id="23" name="页码文本框 3"/>
          <p:cNvSpPr/>
          <p:nvPr>
            <p:ph type="sldNum" idx="9"/>
          </p:nvPr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00000000-0000-0000-0000-000000000003}" type="slidenum">
              <a:rPr sz="1200"/>
              <a:t>3</a:t>
            </a:fld>
          </a:p>
        </p:txBody>
      </p:sp>
      <p:sp>
        <p:nvSpPr>
          <p:cNvPr id="33" name="下一页 3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Move Slide Theme">
  <a:themeElements>
    <a:clrScheme name="Move Slide Them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Move Slid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ove Slid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keep.xml><?xml version="1.0" encoding="utf-8"?>
<keep xmlns="urn:web-ppt:move-slide">原位保留</keep>
</file>