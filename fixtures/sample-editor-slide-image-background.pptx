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bmp" ContentType="image/bmp"/>
  <Default Extension="wav" ContentType="audio/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heme/theme1.xml" ContentType="application/vnd.openxmlformats-officedocument.them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nherited-background.bmp"/><Relationship Id="rId3" Type="http://schemas.openxmlformats.org/officeDocument/2006/relationships/hyperlink" Target="https://example.com/background-extension" TargetMode="External"/><Relationship Id="rId4" Type="http://schemas.openxmlformats.org/officeDocument/2006/relationships/audio" Target="../media/inherited-background.wav"/></Relationships>
</file>

<file path=ppt/slideLayouts/slideLayout1.xml><?xml version="1.0" encoding="utf-8"?>
<p:sldLayout xmlns:fixture="urn:web-ppt:slide-image-background" xmlns:a="http://schemas.openxmlformats.org/drawingml/2006/main" xmlns:r="http://schemas.openxmlformats.org/officeDocument/2006/relationships" xmlns:p="http://schemas.openxmlformats.org/presentationml/2006/main" type="obj">
  <p:cSld name="Blank">
    <p:bg fixture:slot="inherited">
      <p:bgPr fixture:keep="inherited">
        <a:blipFill dpi="120">
          <a:blip r:embed="rId2">
            <a:extLst>
              <a:ext uri="{INHERITED-BLIP}">
                <fixture:keep value="inherited-blip-extension"/>
                <fixture:linked r:id="rId3"/>
                <fixture:media r:id="rId4"/>
              </a:ext>
            </a:extLst>
          </a:blip>
          <a:srcRect l="5000" t="10000" r="15000" b="20000">
            <fixture:keep value="inherited-crop-extension"/>
          </a:srcRect>
          <a:stretch>
            <a:fillRect/>
          </a:stretch>
        </a:blipFill>
        <a:effectLst/>
        <a:extLst>
          <a:ext uri="{INHERITED-HOST}">
            <fixture:keep value="inherited-host-extension"/>
          </a:ext>
        </a:ex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3200" b="1">
          <a:solidFill>
            <a:schemeClr val="tx2"/>
          </a:solidFill>
        </a:defRPr>
      </a:lvl1pPr>
    </p:titleStyle>
    <p:bodyStyle>
      <a:lvl1pPr>
        <a:buNone/>
        <a:defRPr sz="1600">
          <a:solidFill>
            <a:schemeClr val="tx1"/>
          </a:solidFill>
        </a:defRPr>
      </a:lvl1pPr>
    </p:bodyStyle>
    <p:otherStyle>
      <a:lvl1pPr>
        <a:defRPr sz="14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background.pn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slide-background.png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xmlns:fixture="urn:web-ppt:slide-image-background" fixture:slot="stretch">
      <p:bgPr fixture:keep="stretch">
        <a:blipFill dpi="96" rotWithShape="0">
          <a:blip r:embed="rId2">
            <a:alphaModFix amt="72000"/>
            <a:extLst>
              <a:ext uri="{BACKGROUND-BLIP}">
                <fixture:keep value="blip-extension"/>
              </a:ext>
            </a:extLst>
          </a:blip>
          <a:srcRect l="8000" t="4000" r="12000" b="6000">
            <fixture:keep value="crop-extension"/>
          </a:srcRect>
          <a:stretch>
            <a:fillRect l="1000"/>
          </a:stretch>
        </a:blipFill>
        <a:effectLst/>
        <a:extLst>
          <a:ext uri="{BACKGROUND-HOST}">
            <fixture:keep value="host-extension"/>
          </a:ext>
        </a:extLst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 xmlns:fixture="urn:web-ppt:slide-image-background" fixture:slot="tile">
      <p:bgPr fixture:keep="tile">
        <a:blipFill dpi="96">
          <a:blip r:embed="rId2"/>
          <a:tile sx="65000" sy="80000" flip="xy" tx="95250" ty="-19050" algn="ctr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Editor Slide Image Background">
  <a:themeElements>
    <a:clrScheme name="Editor Slide Image Background">
      <a:dk1>
        <a:sysClr val="windowText" lastClr="1A1A1A"/>
      </a:dk1>
      <a:lt1>
        <a:sysClr val="window" lastClr="FFFFFF"/>
      </a:lt1>
      <a:dk2>
        <a:srgbClr val="1F3864"/>
      </a:dk2>
      <a:lt2>
        <a:srgbClr val="F2F2F2"/>
      </a:lt2>
      <a:accent1>
        <a:srgbClr val="2E75B6"/>
      </a:accent1>
      <a:accent2>
        <a:srgbClr val="A6A6A6"/>
      </a:accent2>
      <a:accent3>
        <a:srgbClr val="70AD47"/>
      </a:accent3>
      <a:accent4>
        <a:srgbClr val="FFC000"/>
      </a:accent4>
      <a:accent5>
        <a:srgbClr val="ED7D31"/>
      </a:accent5>
      <a:accent6>
        <a:srgbClr val="7030A0"/>
      </a:accent6>
      <a:hlink>
        <a:srgbClr val="0563C1"/>
      </a:hlink>
      <a:folHlink>
        <a:srgbClr val="954F72"/>
      </a:folHlink>
    </a:clrScheme>
    <a:fontScheme name="Editor Slide Image Background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Editor Slide Image Background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