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alpha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alpha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alpha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alpha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p"/>
          <p:cNvSpPr/>
          <p:nvPr/>
        </p:nvSpPr>
        <p:spPr>
          <a:xfrm>
            <a:off x="381000" y="381000"/>
            <a:ext cx="1714500" cy="1143000"/>
          </a:xfrm>
          <a:prstGeom prst="rect">
            <a:avLst/>
          </a:prstGeom>
          <a:blipFill>
            <a:blip r:embed="rIdImage"/>
            <a:stretch>
              <a:fillRect/>
            </a:stretch>
          </a:blipFill>
        </p:spPr>
        <p:txBody>
          <a:bodyPr anchor="ctr"/>
          <a:lstStyle/>
          <a:p>
            <a:endParaRPr/>
          </a:p>
        </p:txBody>
      </p:sp>
      <p:sp>
        <p:nvSpPr>
          <p:cNvPr id="198" name="sp"/>
          <p:cNvSpPr/>
          <p:nvPr/>
        </p:nvSpPr>
        <p:spPr>
          <a:xfrm>
            <a:off x="3048000" y="381000"/>
            <a:ext cx="1714500" cy="1143000"/>
          </a:xfrm>
          <a:prstGeom prst="ellipse">
            <a:avLst/>
          </a:prstGeom>
          <a:blipFill>
            <a:blip r:embed="rIdImage"/>
            <a:srcRect l="25000" r="0" t="12500" b="12500"/>
            <a:stretch>
              <a:fillRect/>
            </a:stretch>
          </a:blipFill>
        </p:spPr>
        <p:txBody>
          <a:bodyPr anchor="ctr"/>
          <a:lstStyle/>
          <a:p>
            <a:endParaRPr/>
          </a:p>
        </p:txBody>
      </p: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p"/>
          <p:cNvSpPr/>
          <p:nvPr/>
        </p:nvSpPr>
        <p:spPr>
          <a:xfrm>
            <a:off x="381000" y="381000"/>
            <a:ext cx="1428750" cy="857250"/>
          </a:xfrm>
          <a:prstGeom prst="rect">
            <a:avLst/>
          </a:prstGeom>
          <a:blipFill>
            <a:blip r:embed="rIdImage"/>
            <a:tile sx="50000" sy="50000" tx="95250" ty="-57150" algn="tl" flip="none"/>
          </a:blipFill>
        </p:spPr>
        <p:txBody>
          <a:bodyPr anchor="ctr"/>
          <a:lstStyle/>
          <a:p>
            <a:endParaRPr/>
          </a:p>
        </p:txBody>
      </p:sp>
      <p:sp>
        <p:nvSpPr>
          <p:cNvPr id="200" name="sp"/>
          <p:cNvSpPr/>
          <p:nvPr/>
        </p:nvSpPr>
        <p:spPr>
          <a:xfrm>
            <a:off x="2476500" y="381000"/>
            <a:ext cx="1428750" cy="857250"/>
          </a:xfrm>
          <a:prstGeom prst="rect">
            <a:avLst/>
          </a:prstGeom>
          <a:blipFill>
            <a:blip r:embed="rIdImage"/>
            <a:tile sx="50000" sy="50000" tx="95250" ty="-57150" algn="tl" flip="x"/>
          </a:blipFill>
        </p:spPr>
        <p:txBody>
          <a:bodyPr anchor="ctr"/>
          <a:lstStyle/>
          <a:p>
            <a:endParaRPr/>
          </a:p>
        </p:txBody>
      </p:sp>
      <p:sp>
        <p:nvSpPr>
          <p:cNvPr id="201" name="sp"/>
          <p:cNvSpPr/>
          <p:nvPr/>
        </p:nvSpPr>
        <p:spPr>
          <a:xfrm>
            <a:off x="381000" y="1666875"/>
            <a:ext cx="1428750" cy="857250"/>
          </a:xfrm>
          <a:prstGeom prst="rect">
            <a:avLst/>
          </a:prstGeom>
          <a:blipFill>
            <a:blip r:embed="rIdImage"/>
            <a:tile sx="50000" sy="50000" tx="95250" ty="-57150" algn="tl" flip="y"/>
          </a:blipFill>
        </p:spPr>
        <p:txBody>
          <a:bodyPr anchor="ctr"/>
          <a:lstStyle/>
          <a:p>
            <a:endParaRPr/>
          </a:p>
        </p:txBody>
      </p:sp>
      <p:sp>
        <p:nvSpPr>
          <p:cNvPr id="202" name="sp"/>
          <p:cNvSpPr/>
          <p:nvPr/>
        </p:nvSpPr>
        <p:spPr>
          <a:xfrm>
            <a:off x="2476500" y="1666875"/>
            <a:ext cx="1428750" cy="857250"/>
          </a:xfrm>
          <a:prstGeom prst="rect">
            <a:avLst/>
          </a:prstGeom>
          <a:blipFill>
            <a:blip r:embed="rIdImage"/>
            <a:tile sx="50000" sy="50000" tx="95250" ty="-57150" algn="tl" flip="xy"/>
          </a:blipFill>
        </p:spPr>
        <p:txBody>
          <a:bodyPr anchor="ctr"/>
          <a:lstStyle/>
          <a:p>
            <a:endParaRPr/>
          </a:p>
        </p:txBody>
      </p: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箭头组变换"/>
          <p:cNvGrpSpPr/>
          <p:nvPr/>
        </p:nvGrpSpPr>
        <p:grpSpPr>
          <a:xfrm rot="1800000">
            <a:off x="1714500" y="476250"/>
            <a:ext cx="2857500" cy="1714500"/>
            <a:chOff x="0" y="0"/>
            <a:chExt cx="2381250" cy="1905000"/>
          </a:xfrm>
        </p:grpSpPr>
        <p:sp>
          <p:nvSpPr>
            <p:cNvPr id="196" name="sp"/>
            <p:cNvSpPr/>
            <p:nvPr/>
          </p:nvSpPr>
          <p:spPr>
            <a:xfrm>
              <a:off x="285750" y="190500"/>
              <a:ext cx="1428750" cy="857250"/>
            </a:xfrm>
            <a:prstGeom prst="ellipse">
              <a:avLst/>
            </a:prstGeom>
            <a:blipFill>
              <a:blip r:embed="rIdImage"/>
              <a:srcRect l="12500" r="25000" t="12500" b="12500"/>
              <a:tile sx="75000" sy="50000" tx="123825" ty="-47625" algn="ctr" flip="xy"/>
            </a:blipFill>
          </p:spPr>
          <p:txBody>
            <a:bodyPr anchor="ctr"/>
            <a:lstStyle/>
            <a:p>
              <a:endParaRPr/>
            </a:p>
          </p:txBody>
        </p:sp>
      </p:grpSp>
      <p:sp>
        <p:nvSpPr>
          <p:cNvPr id="203" name="sp"/>
          <p:cNvSpPr/>
          <p:nvPr/>
        </p:nvSpPr>
        <p:spPr>
          <a:xfrm>
            <a:off x="381000" y="1714500"/>
            <a:ext cx="1143000" cy="666750"/>
          </a:xfrm>
          <a:prstGeom prst="rect">
            <a:avLst/>
          </a:prstGeom>
          <a:blipFill>
            <a:blip r:embed="rIdImage">
              <a:alphaModFix amt="50000"/>
            </a:blip>
            <a:stretch>
              <a:fillRect/>
            </a:stretch>
          </a:blipFill>
        </p:spPr>
        <p:txBody>
          <a:bodyPr anchor="ctr"/>
          <a:lstStyle/>
          <a:p>
            <a:endParaRPr/>
          </a:p>
        </p:txBody>
      </p: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Image"/>
          <a:tile sx="100000" sy="100000" tx="0" ty="0" algn="tl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ImagePatterns">
  <a:themeElements>
    <a:clrScheme name="VectorPdfImagePattern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ImagePattern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ImagePattern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