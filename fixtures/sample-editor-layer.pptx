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096500" cy="6096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Lay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layer-inherited"/>
          <p:cNvSpPr/>
          <p:nvPr/>
        </p:nvSpPr>
        <p:spPr>
          <a:xfrm>
            <a:off x="190500" y="5715000"/>
            <a:ext cx="2095500" cy="2286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layout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com/layer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layer-back"/>
          <p:cNvSpPr/>
          <p:nvPr/>
        </p:nvSpPr>
        <p:spPr>
          <a:xfrm>
            <a:off x="381000" y="381000"/>
            <a:ext cx="1047750" cy="523875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back</a:t>
            </a:r>
          </a:p>
        </p:txBody>
      </p:sp>
      <p:sp>
        <p:nvSpPr>
          <p:cNvPr id="102" name="layer-item-01"/>
          <p:cNvSpPr/>
          <p:nvPr/>
        </p:nvSpPr>
        <p:spPr>
          <a:xfrm>
            <a:off x="333375" y="1095375"/>
            <a:ext cx="742950" cy="457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1</a:t>
            </a:r>
          </a:p>
        </p:txBody>
      </p:sp>
      <p:sp>
        <p:nvSpPr>
          <p:cNvPr id="103" name="layer-item-02"/>
          <p:cNvSpPr/>
          <p:nvPr/>
        </p:nvSpPr>
        <p:spPr>
          <a:xfrm>
            <a:off x="1209675" y="1095375"/>
            <a:ext cx="742950" cy="4572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104" name="layer-item-03"/>
          <p:cNvSpPr/>
          <p:nvPr/>
        </p:nvSpPr>
        <p:spPr>
          <a:xfrm>
            <a:off x="2085975" y="1095375"/>
            <a:ext cx="742950" cy="4572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3</a:t>
            </a:r>
          </a:p>
        </p:txBody>
      </p:sp>
      <p:sp>
        <p:nvSpPr>
          <p:cNvPr id="105" name="layer-item-04"/>
          <p:cNvSpPr/>
          <p:nvPr/>
        </p:nvSpPr>
        <p:spPr>
          <a:xfrm>
            <a:off x="2962275" y="1095375"/>
            <a:ext cx="742950" cy="4572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4</a:t>
            </a:r>
          </a:p>
        </p:txBody>
      </p:sp>
      <p:sp>
        <p:nvSpPr>
          <p:cNvPr id="106" name="layer-item-05"/>
          <p:cNvSpPr/>
          <p:nvPr/>
        </p:nvSpPr>
        <p:spPr>
          <a:xfrm>
            <a:off x="3838575" y="1095375"/>
            <a:ext cx="742950" cy="4572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5</a:t>
            </a:r>
          </a:p>
        </p:txBody>
      </p:sp>
      <p:sp>
        <p:nvSpPr>
          <p:cNvPr id="107" name="layer-item-06"/>
          <p:cNvSpPr/>
          <p:nvPr/>
        </p:nvSpPr>
        <p:spPr>
          <a:xfrm>
            <a:off x="4714875" y="1095375"/>
            <a:ext cx="742950" cy="45720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6</a:t>
            </a:r>
          </a:p>
        </p:txBody>
      </p:sp>
      <p:sp>
        <p:nvSpPr>
          <p:cNvPr id="108" name="layer-item-07"/>
          <p:cNvSpPr/>
          <p:nvPr/>
        </p:nvSpPr>
        <p:spPr>
          <a:xfrm>
            <a:off x="5591175" y="1095375"/>
            <a:ext cx="742950" cy="457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7</a:t>
            </a:r>
          </a:p>
        </p:txBody>
      </p:sp>
      <p:sp>
        <p:nvSpPr>
          <p:cNvPr id="109" name="layer-item-08"/>
          <p:cNvSpPr/>
          <p:nvPr/>
        </p:nvSpPr>
        <p:spPr>
          <a:xfrm>
            <a:off x="6467475" y="1095375"/>
            <a:ext cx="742950" cy="4572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8</a:t>
            </a:r>
          </a:p>
        </p:txBody>
      </p:sp>
      <p:sp>
        <p:nvSpPr>
          <p:cNvPr id="110" name="layer-item-09"/>
          <p:cNvSpPr/>
          <p:nvPr/>
        </p:nvSpPr>
        <p:spPr>
          <a:xfrm>
            <a:off x="7343775" y="1095375"/>
            <a:ext cx="742950" cy="4572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9</a:t>
            </a:r>
          </a:p>
        </p:txBody>
      </p:sp>
      <p:sp>
        <p:nvSpPr>
          <p:cNvPr id="111" name="layer-item-10"/>
          <p:cNvSpPr/>
          <p:nvPr/>
        </p:nvSpPr>
        <p:spPr>
          <a:xfrm>
            <a:off x="8220075" y="1095375"/>
            <a:ext cx="742950" cy="4572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112" name="layer-item-11"/>
          <p:cNvSpPr/>
          <p:nvPr/>
        </p:nvSpPr>
        <p:spPr>
          <a:xfrm>
            <a:off x="9096375" y="1095375"/>
            <a:ext cx="742950" cy="4572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11</a:t>
            </a:r>
          </a:p>
        </p:txBody>
      </p:sp>
      <p:sp>
        <p:nvSpPr>
          <p:cNvPr id="113" name="layer-item-12"/>
          <p:cNvSpPr/>
          <p:nvPr/>
        </p:nvSpPr>
        <p:spPr>
          <a:xfrm>
            <a:off x="333375" y="1781175"/>
            <a:ext cx="742950" cy="45720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12</a:t>
            </a:r>
          </a:p>
        </p:txBody>
      </p:sp>
      <p:sp>
        <p:nvSpPr>
          <p:cNvPr id="114" name="layer-item-13"/>
          <p:cNvSpPr/>
          <p:nvPr/>
        </p:nvSpPr>
        <p:spPr>
          <a:xfrm>
            <a:off x="1209675" y="1781175"/>
            <a:ext cx="742950" cy="457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13</a:t>
            </a:r>
          </a:p>
        </p:txBody>
      </p:sp>
      <p:sp>
        <p:nvSpPr>
          <p:cNvPr id="115" name="layer-item-14"/>
          <p:cNvSpPr/>
          <p:nvPr/>
        </p:nvSpPr>
        <p:spPr>
          <a:xfrm>
            <a:off x="2085975" y="1781175"/>
            <a:ext cx="742950" cy="4572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14</a:t>
            </a:r>
          </a:p>
        </p:txBody>
      </p:sp>
      <p:sp>
        <p:nvSpPr>
          <p:cNvPr id="116" name="layer-item-15"/>
          <p:cNvSpPr/>
          <p:nvPr/>
        </p:nvSpPr>
        <p:spPr>
          <a:xfrm>
            <a:off x="2962275" y="1781175"/>
            <a:ext cx="742950" cy="4572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15</a:t>
            </a:r>
          </a:p>
        </p:txBody>
      </p:sp>
      <p:sp>
        <p:nvSpPr>
          <p:cNvPr id="117" name="layer-item-16"/>
          <p:cNvSpPr/>
          <p:nvPr/>
        </p:nvSpPr>
        <p:spPr>
          <a:xfrm>
            <a:off x="3838575" y="1781175"/>
            <a:ext cx="742950" cy="4572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16</a:t>
            </a:r>
          </a:p>
        </p:txBody>
      </p:sp>
      <p:sp>
        <p:nvSpPr>
          <p:cNvPr id="118" name="layer-item-17"/>
          <p:cNvSpPr/>
          <p:nvPr/>
        </p:nvSpPr>
        <p:spPr>
          <a:xfrm>
            <a:off x="4714875" y="1781175"/>
            <a:ext cx="742950" cy="4572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17</a:t>
            </a:r>
          </a:p>
        </p:txBody>
      </p:sp>
      <p:sp>
        <p:nvSpPr>
          <p:cNvPr id="119" name="layer-item-18"/>
          <p:cNvSpPr/>
          <p:nvPr/>
        </p:nvSpPr>
        <p:spPr>
          <a:xfrm>
            <a:off x="5591175" y="1781175"/>
            <a:ext cx="742950" cy="45720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18</a:t>
            </a:r>
          </a:p>
        </p:txBody>
      </p:sp>
      <p:sp>
        <p:nvSpPr>
          <p:cNvPr id="120" name="layer-item-19"/>
          <p:cNvSpPr/>
          <p:nvPr/>
        </p:nvSpPr>
        <p:spPr>
          <a:xfrm>
            <a:off x="6467475" y="1781175"/>
            <a:ext cx="742950" cy="457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19</a:t>
            </a:r>
          </a:p>
        </p:txBody>
      </p:sp>
      <p:sp>
        <p:nvSpPr>
          <p:cNvPr id="121" name="layer-item-20"/>
          <p:cNvSpPr/>
          <p:nvPr/>
        </p:nvSpPr>
        <p:spPr>
          <a:xfrm>
            <a:off x="7343775" y="1781175"/>
            <a:ext cx="742950" cy="4572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20</a:t>
            </a:r>
          </a:p>
        </p:txBody>
      </p:sp>
      <p:sp>
        <p:nvSpPr>
          <p:cNvPr id="122" name="layer-item-21"/>
          <p:cNvSpPr/>
          <p:nvPr/>
        </p:nvSpPr>
        <p:spPr>
          <a:xfrm>
            <a:off x="8220075" y="1781175"/>
            <a:ext cx="742950" cy="4572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21</a:t>
            </a:r>
          </a:p>
        </p:txBody>
      </p:sp>
      <p:sp>
        <p:nvSpPr>
          <p:cNvPr id="123" name="layer-item-22"/>
          <p:cNvSpPr/>
          <p:nvPr/>
        </p:nvSpPr>
        <p:spPr>
          <a:xfrm>
            <a:off x="9096375" y="1781175"/>
            <a:ext cx="742950" cy="4572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22</a:t>
            </a:r>
          </a:p>
        </p:txBody>
      </p:sp>
      <p:sp>
        <p:nvSpPr>
          <p:cNvPr id="124" name="layer-item-23"/>
          <p:cNvSpPr/>
          <p:nvPr/>
        </p:nvSpPr>
        <p:spPr>
          <a:xfrm>
            <a:off x="333375" y="2466975"/>
            <a:ext cx="742950" cy="4572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23</a:t>
            </a:r>
          </a:p>
        </p:txBody>
      </p:sp>
      <p:sp>
        <p:nvSpPr>
          <p:cNvPr id="125" name="layer-item-24"/>
          <p:cNvSpPr/>
          <p:nvPr/>
        </p:nvSpPr>
        <p:spPr>
          <a:xfrm>
            <a:off x="1209675" y="2466975"/>
            <a:ext cx="742950" cy="45720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24</a:t>
            </a:r>
          </a:p>
        </p:txBody>
      </p:sp>
      <p:sp>
        <p:nvSpPr>
          <p:cNvPr id="126" name="layer-item-25"/>
          <p:cNvSpPr/>
          <p:nvPr/>
        </p:nvSpPr>
        <p:spPr>
          <a:xfrm>
            <a:off x="2085975" y="2466975"/>
            <a:ext cx="742950" cy="457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25</a:t>
            </a:r>
          </a:p>
        </p:txBody>
      </p:sp>
      <p:sp>
        <p:nvSpPr>
          <p:cNvPr id="127" name="layer-item-26"/>
          <p:cNvSpPr/>
          <p:nvPr/>
        </p:nvSpPr>
        <p:spPr>
          <a:xfrm>
            <a:off x="2962275" y="2466975"/>
            <a:ext cx="742950" cy="4572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26</a:t>
            </a:r>
          </a:p>
        </p:txBody>
      </p:sp>
      <p:sp>
        <p:nvSpPr>
          <p:cNvPr id="128" name="layer-item-27"/>
          <p:cNvSpPr/>
          <p:nvPr/>
        </p:nvSpPr>
        <p:spPr>
          <a:xfrm>
            <a:off x="3838575" y="2466975"/>
            <a:ext cx="742950" cy="4572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27</a:t>
            </a:r>
          </a:p>
        </p:txBody>
      </p:sp>
      <p:sp>
        <p:nvSpPr>
          <p:cNvPr id="129" name="layer-item-28"/>
          <p:cNvSpPr/>
          <p:nvPr/>
        </p:nvSpPr>
        <p:spPr>
          <a:xfrm>
            <a:off x="4714875" y="2466975"/>
            <a:ext cx="742950" cy="4572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28</a:t>
            </a:r>
          </a:p>
        </p:txBody>
      </p:sp>
      <p:sp>
        <p:nvSpPr>
          <p:cNvPr id="130" name="layer-item-29"/>
          <p:cNvSpPr/>
          <p:nvPr/>
        </p:nvSpPr>
        <p:spPr>
          <a:xfrm>
            <a:off x="5591175" y="2466975"/>
            <a:ext cx="742950" cy="4572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29</a:t>
            </a:r>
          </a:p>
        </p:txBody>
      </p:sp>
      <p:sp>
        <p:nvSpPr>
          <p:cNvPr id="131" name="layer-item-30"/>
          <p:cNvSpPr/>
          <p:nvPr/>
        </p:nvSpPr>
        <p:spPr>
          <a:xfrm>
            <a:off x="6467475" y="2466975"/>
            <a:ext cx="742950" cy="45720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30</a:t>
            </a:r>
          </a:p>
        </p:txBody>
      </p:sp>
      <p:sp>
        <p:nvSpPr>
          <p:cNvPr id="132" name="layer-item-31"/>
          <p:cNvSpPr/>
          <p:nvPr/>
        </p:nvSpPr>
        <p:spPr>
          <a:xfrm>
            <a:off x="7343775" y="2466975"/>
            <a:ext cx="742950" cy="457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31</a:t>
            </a:r>
          </a:p>
        </p:txBody>
      </p:sp>
      <p:sp>
        <p:nvSpPr>
          <p:cNvPr id="133" name="layer-item-32"/>
          <p:cNvSpPr/>
          <p:nvPr/>
        </p:nvSpPr>
        <p:spPr>
          <a:xfrm>
            <a:off x="8220075" y="2466975"/>
            <a:ext cx="742950" cy="4572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32</a:t>
            </a:r>
          </a:p>
        </p:txBody>
      </p:sp>
      <p:sp>
        <p:nvSpPr>
          <p:cNvPr id="134" name="layer-item-33"/>
          <p:cNvSpPr/>
          <p:nvPr/>
        </p:nvSpPr>
        <p:spPr>
          <a:xfrm>
            <a:off x="9096375" y="2466975"/>
            <a:ext cx="742950" cy="4572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33</a:t>
            </a:r>
          </a:p>
        </p:txBody>
      </p:sp>
      <p:sp>
        <p:nvSpPr>
          <p:cNvPr id="135" name="layer-item-34"/>
          <p:cNvSpPr/>
          <p:nvPr/>
        </p:nvSpPr>
        <p:spPr>
          <a:xfrm>
            <a:off x="333375" y="3152775"/>
            <a:ext cx="742950" cy="4572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34</a:t>
            </a:r>
          </a:p>
        </p:txBody>
      </p:sp>
      <p:sp>
        <p:nvSpPr>
          <p:cNvPr id="136" name="layer-item-35"/>
          <p:cNvSpPr/>
          <p:nvPr/>
        </p:nvSpPr>
        <p:spPr>
          <a:xfrm>
            <a:off x="1209675" y="3152775"/>
            <a:ext cx="742950" cy="4572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35</a:t>
            </a:r>
          </a:p>
        </p:txBody>
      </p:sp>
      <p:sp>
        <p:nvSpPr>
          <p:cNvPr id="137" name="layer-item-36"/>
          <p:cNvSpPr/>
          <p:nvPr/>
        </p:nvSpPr>
        <p:spPr>
          <a:xfrm>
            <a:off x="2085975" y="3152775"/>
            <a:ext cx="742950" cy="45720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36</a:t>
            </a:r>
          </a:p>
        </p:txBody>
      </p:sp>
      <p:sp>
        <p:nvSpPr>
          <p:cNvPr id="138" name="layer-item-37"/>
          <p:cNvSpPr/>
          <p:nvPr/>
        </p:nvSpPr>
        <p:spPr>
          <a:xfrm>
            <a:off x="2962275" y="3152775"/>
            <a:ext cx="742950" cy="457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37</a:t>
            </a:r>
          </a:p>
        </p:txBody>
      </p:sp>
      <p:sp>
        <p:nvSpPr>
          <p:cNvPr id="139" name="layer-item-38"/>
          <p:cNvSpPr/>
          <p:nvPr/>
        </p:nvSpPr>
        <p:spPr>
          <a:xfrm>
            <a:off x="3838575" y="3152775"/>
            <a:ext cx="742950" cy="4572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38</a:t>
            </a:r>
          </a:p>
        </p:txBody>
      </p:sp>
      <p:sp>
        <p:nvSpPr>
          <p:cNvPr id="140" name="layer-item-39"/>
          <p:cNvSpPr/>
          <p:nvPr/>
        </p:nvSpPr>
        <p:spPr>
          <a:xfrm>
            <a:off x="4714875" y="3152775"/>
            <a:ext cx="742950" cy="4572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39</a:t>
            </a:r>
          </a:p>
        </p:txBody>
      </p:sp>
      <p:sp>
        <p:nvSpPr>
          <p:cNvPr id="141" name="layer-item-40"/>
          <p:cNvSpPr/>
          <p:nvPr/>
        </p:nvSpPr>
        <p:spPr>
          <a:xfrm>
            <a:off x="5591175" y="3152775"/>
            <a:ext cx="742950" cy="4572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40</a:t>
            </a:r>
          </a:p>
        </p:txBody>
      </p:sp>
      <p:sp>
        <p:nvSpPr>
          <p:cNvPr id="142" name="layer-item-41"/>
          <p:cNvSpPr/>
          <p:nvPr/>
        </p:nvSpPr>
        <p:spPr>
          <a:xfrm>
            <a:off x="6467475" y="3152775"/>
            <a:ext cx="742950" cy="4572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41</a:t>
            </a:r>
          </a:p>
        </p:txBody>
      </p:sp>
      <p:sp>
        <p:nvSpPr>
          <p:cNvPr id="143" name="layer-item-42"/>
          <p:cNvSpPr/>
          <p:nvPr/>
        </p:nvSpPr>
        <p:spPr>
          <a:xfrm>
            <a:off x="7343775" y="3152775"/>
            <a:ext cx="742950" cy="45720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42</a:t>
            </a:r>
          </a:p>
        </p:txBody>
      </p:sp>
      <p:sp>
        <p:nvSpPr>
          <p:cNvPr id="144" name="layer-item-43"/>
          <p:cNvSpPr/>
          <p:nvPr/>
        </p:nvSpPr>
        <p:spPr>
          <a:xfrm>
            <a:off x="8220075" y="3152775"/>
            <a:ext cx="742950" cy="457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43</a:t>
            </a:r>
          </a:p>
        </p:txBody>
      </p:sp>
      <p:sp>
        <p:nvSpPr>
          <p:cNvPr id="145" name="layer-item-44"/>
          <p:cNvSpPr/>
          <p:nvPr/>
        </p:nvSpPr>
        <p:spPr>
          <a:xfrm>
            <a:off x="9096375" y="3152775"/>
            <a:ext cx="742950" cy="4572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44</a:t>
            </a:r>
          </a:p>
        </p:txBody>
      </p:sp>
      <p:sp>
        <p:nvSpPr>
          <p:cNvPr id="146" name="layer-item-45"/>
          <p:cNvSpPr/>
          <p:nvPr/>
        </p:nvSpPr>
        <p:spPr>
          <a:xfrm>
            <a:off x="333375" y="3838575"/>
            <a:ext cx="742950" cy="4572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45</a:t>
            </a:r>
          </a:p>
        </p:txBody>
      </p:sp>
      <p:sp>
        <p:nvSpPr>
          <p:cNvPr id="147" name="layer-item-46"/>
          <p:cNvSpPr/>
          <p:nvPr/>
        </p:nvSpPr>
        <p:spPr>
          <a:xfrm>
            <a:off x="1209675" y="3838575"/>
            <a:ext cx="742950" cy="4572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46</a:t>
            </a:r>
          </a:p>
        </p:txBody>
      </p:sp>
      <p:sp>
        <p:nvSpPr>
          <p:cNvPr id="148" name="layer-item-47"/>
          <p:cNvSpPr/>
          <p:nvPr/>
        </p:nvSpPr>
        <p:spPr>
          <a:xfrm>
            <a:off x="2085975" y="3838575"/>
            <a:ext cx="742950" cy="4572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47</a:t>
            </a:r>
          </a:p>
        </p:txBody>
      </p:sp>
      <p:sp>
        <p:nvSpPr>
          <p:cNvPr id="149" name="layer-item-48"/>
          <p:cNvSpPr/>
          <p:nvPr/>
        </p:nvSpPr>
        <p:spPr>
          <a:xfrm>
            <a:off x="2962275" y="3838575"/>
            <a:ext cx="742950" cy="45720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48</a:t>
            </a:r>
          </a:p>
        </p:txBody>
      </p:sp>
      <p:sp>
        <p:nvSpPr>
          <p:cNvPr id="150" name="layer-item-49"/>
          <p:cNvSpPr/>
          <p:nvPr/>
        </p:nvSpPr>
        <p:spPr>
          <a:xfrm>
            <a:off x="3838575" y="3838575"/>
            <a:ext cx="742950" cy="457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49</a:t>
            </a:r>
          </a:p>
        </p:txBody>
      </p:sp>
      <p:sp>
        <p:nvSpPr>
          <p:cNvPr id="151" name="layer-item-50"/>
          <p:cNvSpPr/>
          <p:nvPr/>
        </p:nvSpPr>
        <p:spPr>
          <a:xfrm>
            <a:off x="4714875" y="3838575"/>
            <a:ext cx="742950" cy="4572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50</a:t>
            </a:r>
          </a:p>
        </p:txBody>
      </p:sp>
      <p:sp>
        <p:nvSpPr>
          <p:cNvPr id="152" name="layer-item-51"/>
          <p:cNvSpPr/>
          <p:nvPr/>
        </p:nvSpPr>
        <p:spPr>
          <a:xfrm>
            <a:off x="5591175" y="3838575"/>
            <a:ext cx="742950" cy="4572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51</a:t>
            </a:r>
          </a:p>
        </p:txBody>
      </p:sp>
      <p:sp>
        <p:nvSpPr>
          <p:cNvPr id="153" name="layer-item-52"/>
          <p:cNvSpPr/>
          <p:nvPr/>
        </p:nvSpPr>
        <p:spPr>
          <a:xfrm>
            <a:off x="6467475" y="3838575"/>
            <a:ext cx="742950" cy="4572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52</a:t>
            </a:r>
          </a:p>
        </p:txBody>
      </p:sp>
      <p:sp>
        <p:nvSpPr>
          <p:cNvPr id="154" name="layer-item-53"/>
          <p:cNvSpPr/>
          <p:nvPr/>
        </p:nvSpPr>
        <p:spPr>
          <a:xfrm>
            <a:off x="7343775" y="3838575"/>
            <a:ext cx="742950" cy="4572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53</a:t>
            </a:r>
          </a:p>
        </p:txBody>
      </p:sp>
      <p:sp>
        <p:nvSpPr>
          <p:cNvPr id="155" name="layer-item-54"/>
          <p:cNvSpPr/>
          <p:nvPr/>
        </p:nvSpPr>
        <p:spPr>
          <a:xfrm>
            <a:off x="8220075" y="3838575"/>
            <a:ext cx="742950" cy="45720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54</a:t>
            </a:r>
          </a:p>
        </p:txBody>
      </p:sp>
      <p:sp>
        <p:nvSpPr>
          <p:cNvPr id="156" name="layer-item-55"/>
          <p:cNvSpPr/>
          <p:nvPr/>
        </p:nvSpPr>
        <p:spPr>
          <a:xfrm>
            <a:off x="9096375" y="3838575"/>
            <a:ext cx="742950" cy="457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55</a:t>
            </a:r>
          </a:p>
        </p:txBody>
      </p:sp>
      <p:grpSp>
        <p:nvGrpSpPr>
          <p:cNvPr id="1701" name="layer-group"/>
          <p:cNvGrpSpPr/>
          <p:nvPr/>
        </p:nvGrpSpPr>
        <p:grpSpPr>
          <a:xfrm>
            <a:off x="571500" y="4762500"/>
            <a:ext cx="2095500" cy="952500"/>
            <a:chOff x="0" y="0"/>
            <a:chExt cx="2095500" cy="952500"/>
          </a:xfrm>
        </p:grpSpPr>
        <p:sp>
          <p:nvSpPr>
            <p:cNvPr id="157" name="layer-child-a"/>
            <p:cNvSpPr/>
            <p:nvPr/>
          </p:nvSpPr>
          <p:spPr>
            <a:xfrm>
              <a:off x="95250" y="142875"/>
              <a:ext cx="762000" cy="523875"/>
            </a:xfrm>
            <a:prstGeom prst="rect">
              <a:avLst/>
            </a:prstGeom>
            <a:solidFill>
              <a:schemeClr val="accent2"/>
            </a:solidFill>
          </p:spPr>
          <p:txBody>
            <a:bodyPr anchor="ctr"/>
            <a:lstStyle/>
            <a:p>
              <a:pPr algn="ctr"/>
              <a:r>
                <a:rPr sz="900">
                  <a:solidFill>
                    <a:srgbClr val="404040"/>
                  </a:solidFill>
                </a:rPr>
                <a:t>A</a:t>
              </a:r>
            </a:p>
          </p:txBody>
        </p:sp>
        <p:sp>
          <p:nvSpPr>
            <p:cNvPr id="158" name="layer-child-b"/>
            <p:cNvSpPr/>
            <p:nvPr/>
          </p:nvSpPr>
          <p:spPr>
            <a:xfrm>
              <a:off x="1143000" y="238125"/>
              <a:ext cx="762000" cy="523875"/>
            </a:xfrm>
            <a:prstGeom prst="rect">
              <a:avLst/>
            </a:prstGeom>
            <a:solidFill>
              <a:schemeClr val="accent3"/>
            </a:solidFill>
          </p:spPr>
          <p:txBody>
            <a:bodyPr anchor="ctr"/>
            <a:lstStyle/>
            <a:p>
              <a:pPr algn="ctr"/>
              <a:r>
                <a:rPr sz="900">
                  <a:solidFill>
                    <a:srgbClr val="404040"/>
                  </a:solidFill>
                </a:rPr>
                <a:t>B</a:t>
              </a:r>
            </a:p>
          </p:txBody>
        </p:sp>
      </p:grpSp>
      <p:graphicFrame>
        <p:nvGraphicFramePr>
          <p:cNvPr id="1702" name="layer-frame"/>
          <p:cNvGraphicFramePr/>
          <p:nvPr/>
        </p:nvGraphicFramePr>
        <p:xfrm>
          <a:off x="3143250" y="4762500"/>
          <a:ext cx="1714500" cy="857250"/>
        </p:xfrm>
        <a:graphic>
          <a:graphicData uri="urn:web-ppt:layer">
            <x:item xmlns:x="urn:web-ppt:layer"/>
          </a:graphicData>
        </a:graphic>
      </p:graphicFrame>
      <p:sp>
        <p:nvSpPr>
          <p:cNvPr id="159" name="layer-link">
            <a:hlinkClick r:id="rId2"/>
          </p:cNvPr>
          <p:cNvSpPr/>
          <p:nvPr/>
        </p:nvSpPr>
        <p:spPr>
          <a:xfrm>
            <a:off x="5429250" y="4857750"/>
            <a:ext cx="1619250" cy="619125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link</a:t>
            </a:r>
          </a:p>
        </p:txBody>
      </p:sp>
      <p:sp>
        <p:nvSpPr>
          <p:cNvPr id="160" name="layer-front"/>
          <p:cNvSpPr/>
          <p:nvPr/>
        </p:nvSpPr>
        <p:spPr>
          <a:xfrm>
            <a:off x="7620000" y="4857750"/>
            <a:ext cx="1428750" cy="619125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front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layer-second-page"/>
          <p:cNvSpPr/>
          <p:nvPr/>
        </p:nvSpPr>
        <p:spPr>
          <a:xfrm>
            <a:off x="762000" y="762000"/>
            <a:ext cx="1524000" cy="7620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Layer">
  <a:themeElements>
    <a:clrScheme name="Editor Layer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Lay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Lay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