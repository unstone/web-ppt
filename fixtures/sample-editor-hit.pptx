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it-solid"/>
          <p:cNvSpPr/>
          <p:nvPr/>
        </p:nvSpPr>
        <p:spPr>
          <a:xfrm>
            <a:off x="762000" y="952500"/>
            <a:ext cx="2095500" cy="1333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hit-outline"/>
          <p:cNvSpPr/>
          <p:nvPr/>
        </p:nvSpPr>
        <p:spPr>
          <a:xfrm>
            <a:off x="3429000" y="952500"/>
            <a:ext cx="2095500" cy="1333500"/>
          </a:xfrm>
          <a:prstGeom prst="rect">
            <a:avLst/>
          </a:prstGeom>
          <a:noFill/>
          <a:ln w="114300">
            <a:solidFill>
              <a:srgbClr val="7C3AED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3" name="hit-overlap-lower"/>
          <p:cNvSpPr/>
          <p:nvPr/>
        </p:nvSpPr>
        <p:spPr>
          <a:xfrm>
            <a:off x="6667500" y="952500"/>
            <a:ext cx="2095500" cy="1524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04" name="hit-overlap-upper"/>
          <p:cNvSpPr/>
          <p:nvPr/>
        </p:nvSpPr>
        <p:spPr>
          <a:xfrm>
            <a:off x="7429500" y="1428750"/>
            <a:ext cx="2095500" cy="1524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402" name="hit-outer-group"/>
          <p:cNvGrpSpPr/>
          <p:nvPr/>
        </p:nvGrpSpPr>
        <p:grpSpPr>
          <a:xfrm>
            <a:off x="762000" y="3429000"/>
            <a:ext cx="4762500" cy="2286000"/>
            <a:chOff x="0" y="0"/>
            <a:chExt cx="4762500" cy="2286000"/>
          </a:xfrm>
        </p:grpSpPr>
        <p:grpSp>
          <p:nvGrpSpPr>
            <p:cNvPr id="401" name="hit-inner-group"/>
            <p:cNvGrpSpPr/>
            <p:nvPr/>
          </p:nvGrpSpPr>
          <p:grpSpPr>
            <a:xfrm>
              <a:off x="476250" y="381000"/>
              <a:ext cx="2857500" cy="1428750"/>
              <a:chOff x="0" y="0"/>
              <a:chExt cx="2857500" cy="1428750"/>
            </a:xfrm>
          </p:grpSpPr>
          <p:sp>
            <p:nvSpPr>
              <p:cNvPr id="105" name="hit-nested-leaf"/>
              <p:cNvSpPr/>
              <p:nvPr/>
            </p:nvSpPr>
            <p:spPr>
              <a:xfrm>
                <a:off x="190500" y="190500"/>
                <a:ext cx="1905000" cy="95250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ditor Hit">
  <a:themeElements>
    <a:clrScheme name="Editor Hi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Hi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H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