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-autofit-top"/>
          <p:cNvSpPr/>
          <p:nvPr/>
        </p:nvSpPr>
        <p:spPr>
          <a:xfrm>
            <a:off x="428625" y="666750"/>
            <a:ext cx="2000250" cy="419100"/>
          </a:xfrm>
          <a:prstGeom prst="rect">
            <a:avLst/>
          </a:prstGeom>
          <a:solidFill>
            <a:srgbClr val="EFF6FF"/>
          </a:solidFill>
        </p:spPr>
        <p:txBody>
          <a:bodyPr wrap="square" anchor="t" lIns="57150" rIns="57150" tIns="38100" bIns="38100">
            <a:spAutoFit/>
          </a:bodyPr>
          <a:lstStyle/>
          <a:p>
            <a:r>
              <a:rPr sz="1800"/>
              <a:t>顶部锚点</a:t>
            </a:r>
          </a:p>
        </p:txBody>
      </p:sp>
      <p:sp>
        <p:nvSpPr>
          <p:cNvPr id="102" name="sp-autofit-middle"/>
          <p:cNvSpPr/>
          <p:nvPr/>
        </p:nvSpPr>
        <p:spPr>
          <a:xfrm>
            <a:off x="2714625" y="666750"/>
            <a:ext cx="2000250" cy="419100"/>
          </a:xfrm>
          <a:prstGeom prst="rect">
            <a:avLst/>
          </a:prstGeom>
          <a:solidFill>
            <a:srgbClr val="EFF6FF"/>
          </a:solidFill>
        </p:spPr>
        <p:txBody>
          <a:bodyPr wrap="square" anchor="ctr" lIns="57150" rIns="57150" tIns="38100" bIns="38100">
            <a:spAutoFit/>
          </a:bodyPr>
          <a:lstStyle/>
          <a:p>
            <a:r>
              <a:rPr sz="1800"/>
              <a:t>居中锚点</a:t>
            </a:r>
          </a:p>
        </p:txBody>
      </p:sp>
      <p:sp>
        <p:nvSpPr>
          <p:cNvPr id="103" name="sp-autofit-bottom"/>
          <p:cNvSpPr/>
          <p:nvPr/>
        </p:nvSpPr>
        <p:spPr>
          <a:xfrm>
            <a:off x="5000625" y="666750"/>
            <a:ext cx="2000250" cy="419100"/>
          </a:xfrm>
          <a:prstGeom prst="rect">
            <a:avLst/>
          </a:prstGeom>
          <a:solidFill>
            <a:srgbClr val="EFF6FF"/>
          </a:solidFill>
        </p:spPr>
        <p:txBody>
          <a:bodyPr wrap="square" anchor="b" lIns="57150" rIns="57150" tIns="38100" bIns="38100">
            <a:spAutoFit/>
          </a:bodyPr>
          <a:lstStyle/>
          <a:p>
            <a:r>
              <a:rPr sz="1800"/>
              <a:t>底部锚点</a:t>
            </a:r>
          </a:p>
        </p:txBody>
      </p:sp>
      <p:sp>
        <p:nvSpPr>
          <p:cNvPr id="104" name="sp-autofit-rotated"/>
          <p:cNvSpPr/>
          <p:nvPr/>
        </p:nvSpPr>
        <p:spPr>
          <a:xfrm rot="5400000">
            <a:off x="7667625" y="666750"/>
            <a:ext cx="2000250" cy="419100"/>
          </a:xfrm>
          <a:prstGeom prst="rect">
            <a:avLst/>
          </a:prstGeom>
          <a:solidFill>
            <a:srgbClr val="D9EAF7"/>
          </a:solidFill>
        </p:spPr>
        <p:txBody>
          <a:bodyPr wrap="square" anchor="t" lIns="57150" rIns="57150" tIns="38100" bIns="38100">
            <a:spAutoFit/>
          </a:bodyPr>
          <a:lstStyle/>
          <a:p>
            <a:r>
              <a:rPr sz="1800"/>
              <a:t>旋转锚点</a:t>
            </a:r>
          </a:p>
        </p:txBody>
      </p:sp>
      <p:sp>
        <p:nvSpPr>
          <p:cNvPr id="105" name="sp-autofit-flipped"/>
          <p:cNvSpPr/>
          <p:nvPr/>
        </p:nvSpPr>
        <p:spPr>
          <a:xfrm flipV="1">
            <a:off x="10096500" y="666750"/>
            <a:ext cx="1619250" cy="419100"/>
          </a:xfrm>
          <a:prstGeom prst="rect">
            <a:avLst/>
          </a:prstGeom>
          <a:solidFill>
            <a:srgbClr val="EFF6FF"/>
          </a:solidFill>
        </p:spPr>
        <p:txBody>
          <a:bodyPr wrap="square" anchor="t" lIns="57150" rIns="57150" tIns="38100" bIns="38100">
            <a:spAutoFit/>
          </a:bodyPr>
          <a:lstStyle/>
          <a:p>
            <a:r>
              <a:rPr sz="1800"/>
              <a:t>翻转锚点</a:t>
            </a:r>
          </a:p>
        </p:txBody>
      </p:sp>
      <p:sp>
        <p:nvSpPr>
          <p:cNvPr id="106" name="sp-autofit-disabled"/>
          <p:cNvSpPr/>
          <p:nvPr/>
        </p:nvSpPr>
        <p:spPr>
          <a:xfrm>
            <a:off x="428625" y="3143250"/>
            <a:ext cx="2476500" cy="419100"/>
          </a:xfrm>
          <a:prstGeom prst="rect">
            <a:avLst/>
          </a:prstGeom>
          <a:solidFill>
            <a:srgbClr val="F3F4F6"/>
          </a:solidFill>
        </p:spPr>
        <p:txBody>
          <a:bodyPr wrap="square" anchor="t"/>
          <a:lstStyle/>
          <a:p>
            <a:r>
              <a:rPr sz="1800"/>
              <a:t>普通文本框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sp-autofit-group"/>
          <p:cNvGrpSpPr/>
          <p:nvPr/>
        </p:nvGrpSpPr>
        <p:grpSpPr>
          <a:xfrm rot="1200000">
            <a:off x="666750" y="666750"/>
            <a:ext cx="4191000" cy="2286000"/>
            <a:chOff x="0" y="0"/>
            <a:chExt cx="4191000" cy="2286000"/>
          </a:xfrm>
        </p:grpSpPr>
        <p:sp>
          <p:nvSpPr>
            <p:cNvPr id="107" name="sp-autofit-nested"/>
            <p:cNvSpPr/>
            <p:nvPr/>
          </p:nvSpPr>
          <p:spPr>
            <a:xfrm>
              <a:off x="381000" y="333375"/>
              <a:ext cx="2667000" cy="419100"/>
            </a:xfrm>
            <a:prstGeom prst="rect">
              <a:avLst/>
            </a:prstGeom>
            <a:solidFill>
              <a:srgbClr val="ECFDF5"/>
            </a:solidFill>
          </p:spPr>
          <p:txBody>
            <a:bodyPr wrap="square" anchor="b" lIns="57150" rIns="57150" tIns="38100" bIns="38100">
              <a:spAutoFit/>
            </a:bodyPr>
            <a:lstStyle/>
            <a:p>
              <a:r>
                <a:rPr sz="1800"/>
                <a:t>组内底部锚点</a:t>
              </a:r>
            </a:p>
          </p:txBody>
        </p:sp>
      </p:grpSp>
      <p:sp>
        <p:nvSpPr>
          <p:cNvPr id="109" name="sp-autofit-columns"/>
          <p:cNvSpPr/>
          <p:nvPr/>
        </p:nvSpPr>
        <p:spPr>
          <a:xfrm>
            <a:off x="5429250" y="762000"/>
            <a:ext cx="3143250" cy="419100"/>
          </a:xfrm>
          <a:prstGeom prst="rect">
            <a:avLst/>
          </a:prstGeom>
          <a:solidFill>
            <a:srgbClr val="FFF7ED"/>
          </a:solidFill>
        </p:spPr>
        <p:txBody>
          <a:bodyPr wrap="square" anchor="ctr" numCol="2" spcCol="152400" lIns="57150" rIns="57150" tIns="38100" bIns="38100">
            <a:spAutoFit/>
          </a:bodyPr>
          <a:lstStyle/>
          <a:p>
            <a:r>
              <a:rPr sz="1800"/>
              <a:t>双栏文字</a:t>
            </a:r>
          </a:p>
        </p:txBody>
      </p:sp>
      <p:sp>
        <p:nvSpPr>
          <p:cNvPr id="110" name="sp-autofit-vertical"/>
          <p:cNvSpPr/>
          <p:nvPr/>
        </p:nvSpPr>
        <p:spPr>
          <a:xfrm>
            <a:off x="9334500" y="762000"/>
            <a:ext cx="904875" cy="666750"/>
          </a:xfrm>
          <a:prstGeom prst="rect">
            <a:avLst/>
          </a:prstGeom>
          <a:solidFill>
            <a:srgbClr val="F5F3FF"/>
          </a:solidFill>
        </p:spPr>
        <p:txBody>
          <a:bodyPr wrap="square" anchor="t" vert="vert" lIns="57150" rIns="57150" tIns="38100" bIns="38100">
            <a:spAutoFit/>
          </a:bodyPr>
          <a:lstStyle/>
          <a:p>
            <a:r>
              <a:rPr sz="1800"/>
              <a:t>竖排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Shape Autofit">
  <a:themeElements>
    <a:clrScheme name="Editor Shape Autofi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Shape Autofi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Shape Autofi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