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 b="1">
          <a:solidFill>
            <a:schemeClr val="tx2"/>
          </a:solidFill>
        </a:defRPr>
      </a:lvl1pPr>
    </p:titleStyle>
    <p:bodyStyle>
      <a:lvl1pPr>
        <a:buNone/>
        <a:defRPr sz="1600">
          <a:solidFill>
            <a:schemeClr val="tx1"/>
          </a:solidFill>
        </a:defRPr>
      </a:lvl1pPr>
    </p:bodyStyle>
    <p:otherStyle>
      <a:lvl1pPr>
        <a:defRPr sz="14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vertex-load-1"/>
          <p:cNvSpPr/>
          <p:nvPr/>
        </p:nvSpPr>
        <p:spPr>
          <a:xfrm>
            <a:off x="190500" y="190500"/>
            <a:ext cx="685800" cy="47625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/>
          <a:p>
            <a:endParaRPr/>
          </a:p>
        </p:txBody>
      </p:sp>
      <p:sp>
        <p:nvSpPr>
          <p:cNvPr id="102" name="vertex-load-2"/>
          <p:cNvSpPr/>
          <p:nvPr/>
        </p:nvSpPr>
        <p:spPr>
          <a:xfrm>
            <a:off x="1143000" y="190500"/>
            <a:ext cx="685800" cy="476250"/>
          </a:xfrm>
          <a:prstGeom prst="roundRect">
            <a:avLst/>
          </a:prstGeom>
          <a:solidFill>
            <a:schemeClr val="accent4"/>
          </a:solidFill>
        </p:spPr>
        <p:txBody>
          <a:bodyPr anchor="ctr"/>
          <a:lstStyle/>
          <a:p>
            <a:endParaRPr/>
          </a:p>
        </p:txBody>
      </p:sp>
      <p:sp>
        <p:nvSpPr>
          <p:cNvPr id="103" name="vertex-load-3"/>
          <p:cNvSpPr/>
          <p:nvPr/>
        </p:nvSpPr>
        <p:spPr>
          <a:xfrm>
            <a:off x="2095500" y="190500"/>
            <a:ext cx="685800" cy="47625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/>
          <a:p>
            <a:endParaRPr/>
          </a:p>
        </p:txBody>
      </p:sp>
      <p:sp>
        <p:nvSpPr>
          <p:cNvPr id="104" name="vertex-load-4"/>
          <p:cNvSpPr/>
          <p:nvPr/>
        </p:nvSpPr>
        <p:spPr>
          <a:xfrm>
            <a:off x="3048000" y="190500"/>
            <a:ext cx="685800" cy="476250"/>
          </a:xfrm>
          <a:prstGeom prst="roundRect">
            <a:avLst/>
          </a:prstGeom>
          <a:solidFill>
            <a:schemeClr val="accent4"/>
          </a:solidFill>
        </p:spPr>
        <p:txBody>
          <a:bodyPr anchor="ctr"/>
          <a:lstStyle/>
          <a:p>
            <a:endParaRPr/>
          </a:p>
        </p:txBody>
      </p:sp>
      <p:sp>
        <p:nvSpPr>
          <p:cNvPr id="105" name="vertex-load-5"/>
          <p:cNvSpPr/>
          <p:nvPr/>
        </p:nvSpPr>
        <p:spPr>
          <a:xfrm>
            <a:off x="4000500" y="190500"/>
            <a:ext cx="685800" cy="47625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/>
          <a:p>
            <a:endParaRPr/>
          </a:p>
        </p:txBody>
      </p:sp>
      <p:sp>
        <p:nvSpPr>
          <p:cNvPr id="106" name="vertex-load-6"/>
          <p:cNvSpPr/>
          <p:nvPr/>
        </p:nvSpPr>
        <p:spPr>
          <a:xfrm>
            <a:off x="4953000" y="190500"/>
            <a:ext cx="685800" cy="476250"/>
          </a:xfrm>
          <a:prstGeom prst="roundRect">
            <a:avLst/>
          </a:prstGeom>
          <a:solidFill>
            <a:schemeClr val="accent4"/>
          </a:solidFill>
        </p:spPr>
        <p:txBody>
          <a:bodyPr anchor="ctr"/>
          <a:lstStyle/>
          <a:p>
            <a:endParaRPr/>
          </a:p>
        </p:txBody>
      </p:sp>
      <p:sp>
        <p:nvSpPr>
          <p:cNvPr id="107" name="vertex-load-7"/>
          <p:cNvSpPr/>
          <p:nvPr/>
        </p:nvSpPr>
        <p:spPr>
          <a:xfrm>
            <a:off x="5905500" y="190500"/>
            <a:ext cx="685800" cy="47625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/>
          <a:p>
            <a:endParaRPr/>
          </a:p>
        </p:txBody>
      </p:sp>
      <p:sp>
        <p:nvSpPr>
          <p:cNvPr id="108" name="vertex-load-8"/>
          <p:cNvSpPr/>
          <p:nvPr/>
        </p:nvSpPr>
        <p:spPr>
          <a:xfrm>
            <a:off x="6858000" y="190500"/>
            <a:ext cx="685800" cy="476250"/>
          </a:xfrm>
          <a:prstGeom prst="roundRect">
            <a:avLst/>
          </a:prstGeom>
          <a:solidFill>
            <a:schemeClr val="accent4"/>
          </a:solidFill>
        </p:spPr>
        <p:txBody>
          <a:bodyPr anchor="ctr"/>
          <a:lstStyle/>
          <a:p>
            <a:endParaRPr/>
          </a:p>
        </p:txBody>
      </p:sp>
      <p:sp>
        <p:nvSpPr>
          <p:cNvPr id="109" name="vertex-load-9"/>
          <p:cNvSpPr/>
          <p:nvPr/>
        </p:nvSpPr>
        <p:spPr>
          <a:xfrm>
            <a:off x="7810500" y="190500"/>
            <a:ext cx="685800" cy="47625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/>
          <a:p>
            <a:endParaRPr/>
          </a:p>
        </p:txBody>
      </p:sp>
      <p:sp>
        <p:nvSpPr>
          <p:cNvPr id="110" name="vertex-load-10"/>
          <p:cNvSpPr/>
          <p:nvPr/>
        </p:nvSpPr>
        <p:spPr>
          <a:xfrm>
            <a:off x="8763000" y="190500"/>
            <a:ext cx="685800" cy="476250"/>
          </a:xfrm>
          <a:prstGeom prst="roundRect">
            <a:avLst/>
          </a:prstGeom>
          <a:solidFill>
            <a:schemeClr val="accent4"/>
          </a:solidFill>
        </p:spPr>
        <p:txBody>
          <a:bodyPr anchor="ctr"/>
          <a:lstStyle/>
          <a:p>
            <a:endParaRPr/>
          </a:p>
        </p:txBody>
      </p:sp>
      <p:sp>
        <p:nvSpPr>
          <p:cNvPr id="111" name="vertex-load-11"/>
          <p:cNvSpPr/>
          <p:nvPr/>
        </p:nvSpPr>
        <p:spPr>
          <a:xfrm>
            <a:off x="9715500" y="190500"/>
            <a:ext cx="685800" cy="47625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/>
          <a:p>
            <a:endParaRPr/>
          </a:p>
        </p:txBody>
      </p:sp>
      <p:sp>
        <p:nvSpPr>
          <p:cNvPr id="112" name="vertex-load-12"/>
          <p:cNvSpPr/>
          <p:nvPr/>
        </p:nvSpPr>
        <p:spPr>
          <a:xfrm>
            <a:off x="10668000" y="190500"/>
            <a:ext cx="685800" cy="476250"/>
          </a:xfrm>
          <a:prstGeom prst="roundRect">
            <a:avLst/>
          </a:prstGeom>
          <a:solidFill>
            <a:schemeClr val="accent4"/>
          </a:solidFill>
        </p:spPr>
        <p:txBody>
          <a:bodyPr anchor="ctr"/>
          <a:lstStyle/>
          <a:p>
            <a:endParaRPr/>
          </a:p>
        </p:txBody>
      </p:sp>
      <p:sp>
        <p:nvSpPr>
          <p:cNvPr id="113" name="vertex-load-13"/>
          <p:cNvSpPr/>
          <p:nvPr/>
        </p:nvSpPr>
        <p:spPr>
          <a:xfrm>
            <a:off x="190500" y="1428750"/>
            <a:ext cx="685800" cy="47625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/>
          <a:p>
            <a:endParaRPr/>
          </a:p>
        </p:txBody>
      </p:sp>
      <p:sp>
        <p:nvSpPr>
          <p:cNvPr id="114" name="vertex-load-14"/>
          <p:cNvSpPr/>
          <p:nvPr/>
        </p:nvSpPr>
        <p:spPr>
          <a:xfrm>
            <a:off x="1143000" y="1428750"/>
            <a:ext cx="685800" cy="476250"/>
          </a:xfrm>
          <a:prstGeom prst="roundRect">
            <a:avLst/>
          </a:prstGeom>
          <a:solidFill>
            <a:schemeClr val="accent4"/>
          </a:solidFill>
        </p:spPr>
        <p:txBody>
          <a:bodyPr anchor="ctr"/>
          <a:lstStyle/>
          <a:p>
            <a:endParaRPr/>
          </a:p>
        </p:txBody>
      </p:sp>
      <p:sp>
        <p:nvSpPr>
          <p:cNvPr id="115" name="vertex-load-15"/>
          <p:cNvSpPr/>
          <p:nvPr/>
        </p:nvSpPr>
        <p:spPr>
          <a:xfrm>
            <a:off x="2095500" y="1428750"/>
            <a:ext cx="685800" cy="47625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/>
          <a:p>
            <a:endParaRPr/>
          </a:p>
        </p:txBody>
      </p:sp>
      <p:sp>
        <p:nvSpPr>
          <p:cNvPr id="116" name="vertex-load-16"/>
          <p:cNvSpPr/>
          <p:nvPr/>
        </p:nvSpPr>
        <p:spPr>
          <a:xfrm>
            <a:off x="3048000" y="1428750"/>
            <a:ext cx="685800" cy="476250"/>
          </a:xfrm>
          <a:prstGeom prst="roundRect">
            <a:avLst/>
          </a:prstGeom>
          <a:solidFill>
            <a:schemeClr val="accent4"/>
          </a:solidFill>
        </p:spPr>
        <p:txBody>
          <a:bodyPr anchor="ctr"/>
          <a:lstStyle/>
          <a:p>
            <a:endParaRPr/>
          </a:p>
        </p:txBody>
      </p:sp>
      <p:sp>
        <p:nvSpPr>
          <p:cNvPr id="117" name="vertex-load-17"/>
          <p:cNvSpPr/>
          <p:nvPr/>
        </p:nvSpPr>
        <p:spPr>
          <a:xfrm>
            <a:off x="4000500" y="1428750"/>
            <a:ext cx="685800" cy="47625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/>
          <a:p>
            <a:endParaRPr/>
          </a:p>
        </p:txBody>
      </p:sp>
      <p:sp>
        <p:nvSpPr>
          <p:cNvPr id="118" name="vertex-load-18"/>
          <p:cNvSpPr/>
          <p:nvPr/>
        </p:nvSpPr>
        <p:spPr>
          <a:xfrm>
            <a:off x="4953000" y="1428750"/>
            <a:ext cx="685800" cy="476250"/>
          </a:xfrm>
          <a:prstGeom prst="roundRect">
            <a:avLst/>
          </a:prstGeom>
          <a:solidFill>
            <a:schemeClr val="accent4"/>
          </a:solidFill>
        </p:spPr>
        <p:txBody>
          <a:bodyPr anchor="ctr"/>
          <a:lstStyle/>
          <a:p>
            <a:endParaRPr/>
          </a:p>
        </p:txBody>
      </p:sp>
      <p:sp>
        <p:nvSpPr>
          <p:cNvPr id="119" name="vertex-load-19"/>
          <p:cNvSpPr/>
          <p:nvPr/>
        </p:nvSpPr>
        <p:spPr>
          <a:xfrm>
            <a:off x="5905500" y="1428750"/>
            <a:ext cx="685800" cy="47625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/>
          <a:p>
            <a:endParaRPr/>
          </a:p>
        </p:txBody>
      </p:sp>
      <p:sp>
        <p:nvSpPr>
          <p:cNvPr id="120" name="vertex-load-20"/>
          <p:cNvSpPr/>
          <p:nvPr/>
        </p:nvSpPr>
        <p:spPr>
          <a:xfrm>
            <a:off x="6858000" y="1428750"/>
            <a:ext cx="685800" cy="476250"/>
          </a:xfrm>
          <a:prstGeom prst="roundRect">
            <a:avLst/>
          </a:prstGeom>
          <a:solidFill>
            <a:schemeClr val="accent4"/>
          </a:solidFill>
        </p:spPr>
        <p:txBody>
          <a:bodyPr anchor="ctr"/>
          <a:lstStyle/>
          <a:p>
            <a:endParaRPr/>
          </a:p>
        </p:txBody>
      </p:sp>
      <p:sp>
        <p:nvSpPr>
          <p:cNvPr id="121" name="vertex-load-21"/>
          <p:cNvSpPr/>
          <p:nvPr/>
        </p:nvSpPr>
        <p:spPr>
          <a:xfrm>
            <a:off x="7810500" y="1428750"/>
            <a:ext cx="685800" cy="47625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/>
          <a:p>
            <a:endParaRPr/>
          </a:p>
        </p:txBody>
      </p:sp>
      <p:sp>
        <p:nvSpPr>
          <p:cNvPr id="122" name="vertex-load-22"/>
          <p:cNvSpPr/>
          <p:nvPr/>
        </p:nvSpPr>
        <p:spPr>
          <a:xfrm>
            <a:off x="8763000" y="1428750"/>
            <a:ext cx="685800" cy="476250"/>
          </a:xfrm>
          <a:prstGeom prst="roundRect">
            <a:avLst/>
          </a:prstGeom>
          <a:solidFill>
            <a:schemeClr val="accent4"/>
          </a:solidFill>
        </p:spPr>
        <p:txBody>
          <a:bodyPr anchor="ctr"/>
          <a:lstStyle/>
          <a:p>
            <a:endParaRPr/>
          </a:p>
        </p:txBody>
      </p:sp>
      <p:sp>
        <p:nvSpPr>
          <p:cNvPr id="123" name="vertex-load-23"/>
          <p:cNvSpPr/>
          <p:nvPr/>
        </p:nvSpPr>
        <p:spPr>
          <a:xfrm>
            <a:off x="9715500" y="1428750"/>
            <a:ext cx="685800" cy="47625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/>
          <a:p>
            <a:endParaRPr/>
          </a:p>
        </p:txBody>
      </p:sp>
      <p:sp>
        <p:nvSpPr>
          <p:cNvPr id="124" name="vertex-load-24"/>
          <p:cNvSpPr/>
          <p:nvPr/>
        </p:nvSpPr>
        <p:spPr>
          <a:xfrm>
            <a:off x="10668000" y="1428750"/>
            <a:ext cx="685800" cy="476250"/>
          </a:xfrm>
          <a:prstGeom prst="roundRect">
            <a:avLst/>
          </a:prstGeom>
          <a:solidFill>
            <a:schemeClr val="accent4"/>
          </a:solidFill>
        </p:spPr>
        <p:txBody>
          <a:bodyPr anchor="ctr"/>
          <a:lstStyle/>
          <a:p>
            <a:endParaRPr/>
          </a:p>
        </p:txBody>
      </p:sp>
      <p:sp>
        <p:nvSpPr>
          <p:cNvPr id="125" name="vertex-load-25"/>
          <p:cNvSpPr/>
          <p:nvPr/>
        </p:nvSpPr>
        <p:spPr>
          <a:xfrm>
            <a:off x="190500" y="2667000"/>
            <a:ext cx="685800" cy="47625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/>
          <a:p>
            <a:endParaRPr/>
          </a:p>
        </p:txBody>
      </p:sp>
      <p:sp>
        <p:nvSpPr>
          <p:cNvPr id="126" name="vertex-load-26"/>
          <p:cNvSpPr/>
          <p:nvPr/>
        </p:nvSpPr>
        <p:spPr>
          <a:xfrm>
            <a:off x="1143000" y="2667000"/>
            <a:ext cx="685800" cy="476250"/>
          </a:xfrm>
          <a:prstGeom prst="roundRect">
            <a:avLst/>
          </a:prstGeom>
          <a:solidFill>
            <a:schemeClr val="accent4"/>
          </a:solidFill>
        </p:spPr>
        <p:txBody>
          <a:bodyPr anchor="ctr"/>
          <a:lstStyle/>
          <a:p>
            <a:endParaRPr/>
          </a:p>
        </p:txBody>
      </p:sp>
      <p:sp>
        <p:nvSpPr>
          <p:cNvPr id="127" name="vertex-load-27"/>
          <p:cNvSpPr/>
          <p:nvPr/>
        </p:nvSpPr>
        <p:spPr>
          <a:xfrm>
            <a:off x="2095500" y="2667000"/>
            <a:ext cx="685800" cy="47625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/>
          <a:p>
            <a:endParaRPr/>
          </a:p>
        </p:txBody>
      </p:sp>
      <p:sp>
        <p:nvSpPr>
          <p:cNvPr id="128" name="vertex-load-28"/>
          <p:cNvSpPr/>
          <p:nvPr/>
        </p:nvSpPr>
        <p:spPr>
          <a:xfrm>
            <a:off x="3048000" y="2667000"/>
            <a:ext cx="685800" cy="476250"/>
          </a:xfrm>
          <a:prstGeom prst="roundRect">
            <a:avLst/>
          </a:prstGeom>
          <a:solidFill>
            <a:schemeClr val="accent4"/>
          </a:solidFill>
        </p:spPr>
        <p:txBody>
          <a:bodyPr anchor="ctr"/>
          <a:lstStyle/>
          <a:p>
            <a:endParaRPr/>
          </a:p>
        </p:txBody>
      </p:sp>
      <p:sp>
        <p:nvSpPr>
          <p:cNvPr id="129" name="vertex-load-29"/>
          <p:cNvSpPr/>
          <p:nvPr/>
        </p:nvSpPr>
        <p:spPr>
          <a:xfrm>
            <a:off x="4000500" y="2667000"/>
            <a:ext cx="685800" cy="47625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/>
          <a:p>
            <a:endParaRPr/>
          </a:p>
        </p:txBody>
      </p:sp>
      <p:sp>
        <p:nvSpPr>
          <p:cNvPr id="130" name="vertex-load-30"/>
          <p:cNvSpPr/>
          <p:nvPr/>
        </p:nvSpPr>
        <p:spPr>
          <a:xfrm>
            <a:off x="4953000" y="2667000"/>
            <a:ext cx="685800" cy="476250"/>
          </a:xfrm>
          <a:prstGeom prst="roundRect">
            <a:avLst/>
          </a:prstGeom>
          <a:solidFill>
            <a:schemeClr val="accent4"/>
          </a:solidFill>
        </p:spPr>
        <p:txBody>
          <a:bodyPr anchor="ctr"/>
          <a:lstStyle/>
          <a:p>
            <a:endParaRPr/>
          </a:p>
        </p:txBody>
      </p:sp>
      <p:sp>
        <p:nvSpPr>
          <p:cNvPr id="131" name="vertex-load-31"/>
          <p:cNvSpPr/>
          <p:nvPr/>
        </p:nvSpPr>
        <p:spPr>
          <a:xfrm>
            <a:off x="5905500" y="2667000"/>
            <a:ext cx="685800" cy="47625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/>
          <a:p>
            <a:endParaRPr/>
          </a:p>
        </p:txBody>
      </p:sp>
      <p:sp>
        <p:nvSpPr>
          <p:cNvPr id="132" name="vertex-load-32"/>
          <p:cNvSpPr/>
          <p:nvPr/>
        </p:nvSpPr>
        <p:spPr>
          <a:xfrm>
            <a:off x="6858000" y="2667000"/>
            <a:ext cx="685800" cy="476250"/>
          </a:xfrm>
          <a:prstGeom prst="roundRect">
            <a:avLst/>
          </a:prstGeom>
          <a:solidFill>
            <a:schemeClr val="accent4"/>
          </a:solidFill>
        </p:spPr>
        <p:txBody>
          <a:bodyPr anchor="ctr"/>
          <a:lstStyle/>
          <a:p>
            <a:endParaRPr/>
          </a:p>
        </p:txBody>
      </p:sp>
      <p:sp>
        <p:nvSpPr>
          <p:cNvPr id="133" name="vertex-load-33"/>
          <p:cNvSpPr/>
          <p:nvPr/>
        </p:nvSpPr>
        <p:spPr>
          <a:xfrm>
            <a:off x="7810500" y="2667000"/>
            <a:ext cx="685800" cy="47625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/>
          <a:p>
            <a:endParaRPr/>
          </a:p>
        </p:txBody>
      </p:sp>
      <p:sp>
        <p:nvSpPr>
          <p:cNvPr id="134" name="vertex-load-34"/>
          <p:cNvSpPr/>
          <p:nvPr/>
        </p:nvSpPr>
        <p:spPr>
          <a:xfrm>
            <a:off x="8763000" y="2667000"/>
            <a:ext cx="685800" cy="476250"/>
          </a:xfrm>
          <a:prstGeom prst="roundRect">
            <a:avLst/>
          </a:prstGeom>
          <a:solidFill>
            <a:schemeClr val="accent4"/>
          </a:solidFill>
        </p:spPr>
        <p:txBody>
          <a:bodyPr anchor="ctr"/>
          <a:lstStyle/>
          <a:p>
            <a:endParaRPr/>
          </a:p>
        </p:txBody>
      </p:sp>
      <p:sp>
        <p:nvSpPr>
          <p:cNvPr id="135" name="vertex-load-35"/>
          <p:cNvSpPr/>
          <p:nvPr/>
        </p:nvSpPr>
        <p:spPr>
          <a:xfrm>
            <a:off x="9715500" y="2667000"/>
            <a:ext cx="685800" cy="47625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/>
          <a:p>
            <a:endParaRPr/>
          </a:p>
        </p:txBody>
      </p:sp>
      <p:sp>
        <p:nvSpPr>
          <p:cNvPr id="136" name="vertex-load-36"/>
          <p:cNvSpPr/>
          <p:nvPr/>
        </p:nvSpPr>
        <p:spPr>
          <a:xfrm>
            <a:off x="10668000" y="2667000"/>
            <a:ext cx="685800" cy="476250"/>
          </a:xfrm>
          <a:prstGeom prst="roundRect">
            <a:avLst/>
          </a:prstGeom>
          <a:solidFill>
            <a:schemeClr val="accent4"/>
          </a:solidFill>
        </p:spPr>
        <p:txBody>
          <a:bodyPr anchor="ctr"/>
          <a:lstStyle/>
          <a:p>
            <a:endParaRPr/>
          </a:p>
        </p:txBody>
      </p:sp>
      <p:sp>
        <p:nvSpPr>
          <p:cNvPr id="137" name="vertex-load-37"/>
          <p:cNvSpPr/>
          <p:nvPr/>
        </p:nvSpPr>
        <p:spPr>
          <a:xfrm>
            <a:off x="190500" y="3905250"/>
            <a:ext cx="685800" cy="47625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/>
          <a:p>
            <a:endParaRPr/>
          </a:p>
        </p:txBody>
      </p:sp>
      <p:sp>
        <p:nvSpPr>
          <p:cNvPr id="138" name="vertex-load-38"/>
          <p:cNvSpPr/>
          <p:nvPr/>
        </p:nvSpPr>
        <p:spPr>
          <a:xfrm>
            <a:off x="1143000" y="3905250"/>
            <a:ext cx="685800" cy="476250"/>
          </a:xfrm>
          <a:prstGeom prst="roundRect">
            <a:avLst/>
          </a:prstGeom>
          <a:solidFill>
            <a:schemeClr val="accent4"/>
          </a:solidFill>
        </p:spPr>
        <p:txBody>
          <a:bodyPr anchor="ctr"/>
          <a:lstStyle/>
          <a:p>
            <a:endParaRPr/>
          </a:p>
        </p:txBody>
      </p:sp>
      <p:sp>
        <p:nvSpPr>
          <p:cNvPr id="139" name="vertex-load-39"/>
          <p:cNvSpPr/>
          <p:nvPr/>
        </p:nvSpPr>
        <p:spPr>
          <a:xfrm>
            <a:off x="2095500" y="3905250"/>
            <a:ext cx="685800" cy="47625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/>
          <a:p>
            <a:endParaRPr/>
          </a:p>
        </p:txBody>
      </p:sp>
      <p:sp>
        <p:nvSpPr>
          <p:cNvPr id="140" name="vertex-load-40"/>
          <p:cNvSpPr/>
          <p:nvPr/>
        </p:nvSpPr>
        <p:spPr>
          <a:xfrm>
            <a:off x="3048000" y="3905250"/>
            <a:ext cx="685800" cy="476250"/>
          </a:xfrm>
          <a:prstGeom prst="roundRect">
            <a:avLst/>
          </a:prstGeom>
          <a:solidFill>
            <a:schemeClr val="accent4"/>
          </a:solidFill>
        </p:spPr>
        <p:txBody>
          <a:bodyPr anchor="ctr"/>
          <a:lstStyle/>
          <a:p>
            <a:endParaRPr/>
          </a:p>
        </p:txBody>
      </p:sp>
      <p:sp>
        <p:nvSpPr>
          <p:cNvPr id="141" name="vertex-load-41"/>
          <p:cNvSpPr/>
          <p:nvPr/>
        </p:nvSpPr>
        <p:spPr>
          <a:xfrm>
            <a:off x="4000500" y="3905250"/>
            <a:ext cx="685800" cy="47625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/>
          <a:p>
            <a:endParaRPr/>
          </a:p>
        </p:txBody>
      </p:sp>
      <p:sp>
        <p:nvSpPr>
          <p:cNvPr id="142" name="vertex-load-42"/>
          <p:cNvSpPr/>
          <p:nvPr/>
        </p:nvSpPr>
        <p:spPr>
          <a:xfrm>
            <a:off x="4953000" y="3905250"/>
            <a:ext cx="685800" cy="476250"/>
          </a:xfrm>
          <a:prstGeom prst="roundRect">
            <a:avLst/>
          </a:prstGeom>
          <a:solidFill>
            <a:schemeClr val="accent4"/>
          </a:solidFill>
        </p:spPr>
        <p:txBody>
          <a:bodyPr anchor="ctr"/>
          <a:lstStyle/>
          <a:p>
            <a:endParaRPr/>
          </a:p>
        </p:txBody>
      </p:sp>
      <p:sp>
        <p:nvSpPr>
          <p:cNvPr id="143" name="vertex-load-43"/>
          <p:cNvSpPr/>
          <p:nvPr/>
        </p:nvSpPr>
        <p:spPr>
          <a:xfrm>
            <a:off x="5905500" y="3905250"/>
            <a:ext cx="685800" cy="47625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/>
          <a:p>
            <a:endParaRPr/>
          </a:p>
        </p:txBody>
      </p:sp>
      <p:sp>
        <p:nvSpPr>
          <p:cNvPr id="144" name="vertex-load-44"/>
          <p:cNvSpPr/>
          <p:nvPr/>
        </p:nvSpPr>
        <p:spPr>
          <a:xfrm>
            <a:off x="6858000" y="3905250"/>
            <a:ext cx="685800" cy="476250"/>
          </a:xfrm>
          <a:prstGeom prst="roundRect">
            <a:avLst/>
          </a:prstGeom>
          <a:solidFill>
            <a:schemeClr val="accent4"/>
          </a:solidFill>
        </p:spPr>
        <p:txBody>
          <a:bodyPr anchor="ctr"/>
          <a:lstStyle/>
          <a:p>
            <a:endParaRPr/>
          </a:p>
        </p:txBody>
      </p:sp>
      <p:sp>
        <p:nvSpPr>
          <p:cNvPr id="145" name="vertex-load-45"/>
          <p:cNvSpPr/>
          <p:nvPr/>
        </p:nvSpPr>
        <p:spPr>
          <a:xfrm>
            <a:off x="7810500" y="3905250"/>
            <a:ext cx="685800" cy="47625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/>
          <a:p>
            <a:endParaRPr/>
          </a:p>
        </p:txBody>
      </p:sp>
      <p:sp>
        <p:nvSpPr>
          <p:cNvPr id="146" name="vertex-load-46"/>
          <p:cNvSpPr/>
          <p:nvPr/>
        </p:nvSpPr>
        <p:spPr>
          <a:xfrm>
            <a:off x="8763000" y="3905250"/>
            <a:ext cx="685800" cy="476250"/>
          </a:xfrm>
          <a:prstGeom prst="roundRect">
            <a:avLst/>
          </a:prstGeom>
          <a:solidFill>
            <a:schemeClr val="accent4"/>
          </a:solidFill>
        </p:spPr>
        <p:txBody>
          <a:bodyPr anchor="ctr"/>
          <a:lstStyle/>
          <a:p>
            <a:endParaRPr/>
          </a:p>
        </p:txBody>
      </p:sp>
      <p:sp>
        <p:nvSpPr>
          <p:cNvPr id="147" name="vertex-load-47"/>
          <p:cNvSpPr/>
          <p:nvPr/>
        </p:nvSpPr>
        <p:spPr>
          <a:xfrm>
            <a:off x="9715500" y="3905250"/>
            <a:ext cx="685800" cy="47625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/>
          <a:p>
            <a:endParaRPr/>
          </a:p>
        </p:txBody>
      </p:sp>
      <p:sp>
        <p:nvSpPr>
          <p:cNvPr id="148" name="vertex-load-48"/>
          <p:cNvSpPr/>
          <p:nvPr/>
        </p:nvSpPr>
        <p:spPr>
          <a:xfrm>
            <a:off x="10668000" y="3905250"/>
            <a:ext cx="685800" cy="476250"/>
          </a:xfrm>
          <a:prstGeom prst="roundRect">
            <a:avLst/>
          </a:prstGeom>
          <a:solidFill>
            <a:schemeClr val="accent4"/>
          </a:solidFill>
        </p:spPr>
        <p:txBody>
          <a:bodyPr anchor="ctr"/>
          <a:lstStyle/>
          <a:p>
            <a:endParaRPr/>
          </a:p>
        </p:txBody>
      </p:sp>
      <p:sp>
        <p:nvSpPr>
          <p:cNvPr id="149" name="vertex-load-49"/>
          <p:cNvSpPr/>
          <p:nvPr/>
        </p:nvSpPr>
        <p:spPr>
          <a:xfrm>
            <a:off x="190500" y="5143500"/>
            <a:ext cx="685800" cy="47625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/>
          <a:p>
            <a:endParaRPr/>
          </a:p>
        </p:txBody>
      </p:sp>
      <p:sp>
        <p:nvSpPr>
          <p:cNvPr id="150" name="vertex-load-50"/>
          <p:cNvSpPr/>
          <p:nvPr/>
        </p:nvSpPr>
        <p:spPr>
          <a:xfrm>
            <a:off x="1143000" y="5143500"/>
            <a:ext cx="685800" cy="476250"/>
          </a:xfrm>
          <a:prstGeom prst="roundRect">
            <a:avLst/>
          </a:prstGeom>
          <a:solidFill>
            <a:schemeClr val="accent4"/>
          </a:solidFill>
        </p:spPr>
        <p:txBody>
          <a:bodyPr anchor="ctr"/>
          <a:lstStyle/>
          <a:p>
            <a:endParaRPr/>
          </a:p>
        </p:txBody>
      </p:sp>
      <p:sp>
        <p:nvSpPr>
          <p:cNvPr id="151" name="vertex-load-51"/>
          <p:cNvSpPr/>
          <p:nvPr/>
        </p:nvSpPr>
        <p:spPr>
          <a:xfrm>
            <a:off x="2095500" y="5143500"/>
            <a:ext cx="685800" cy="47625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/>
          <a:p>
            <a:endParaRPr/>
          </a:p>
        </p:txBody>
      </p:sp>
      <p:sp>
        <p:nvSpPr>
          <p:cNvPr id="152" name="vertex-load-52"/>
          <p:cNvSpPr/>
          <p:nvPr/>
        </p:nvSpPr>
        <p:spPr>
          <a:xfrm>
            <a:off x="3048000" y="5143500"/>
            <a:ext cx="685800" cy="476250"/>
          </a:xfrm>
          <a:prstGeom prst="roundRect">
            <a:avLst/>
          </a:prstGeom>
          <a:solidFill>
            <a:schemeClr val="accent4"/>
          </a:solidFill>
        </p:spPr>
        <p:txBody>
          <a:bodyPr anchor="ctr"/>
          <a:lstStyle/>
          <a:p>
            <a:endParaRPr/>
          </a:p>
        </p:txBody>
      </p:sp>
      <p:sp>
        <p:nvSpPr>
          <p:cNvPr id="153" name="vertex-load-53"/>
          <p:cNvSpPr/>
          <p:nvPr/>
        </p:nvSpPr>
        <p:spPr>
          <a:xfrm>
            <a:off x="4000500" y="5143500"/>
            <a:ext cx="685800" cy="47625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/>
          <a:p>
            <a:endParaRPr/>
          </a:p>
        </p:txBody>
      </p:sp>
      <p:sp>
        <p:nvSpPr>
          <p:cNvPr id="154" name="vertex-load-54"/>
          <p:cNvSpPr/>
          <p:nvPr/>
        </p:nvSpPr>
        <p:spPr>
          <a:xfrm>
            <a:off x="4953000" y="5143500"/>
            <a:ext cx="685800" cy="476250"/>
          </a:xfrm>
          <a:prstGeom prst="roundRect">
            <a:avLst/>
          </a:prstGeom>
          <a:solidFill>
            <a:schemeClr val="accent4"/>
          </a:solidFill>
        </p:spPr>
        <p:txBody>
          <a:bodyPr anchor="ctr"/>
          <a:lstStyle/>
          <a:p>
            <a:endParaRPr/>
          </a:p>
        </p:txBody>
      </p:sp>
      <p:sp>
        <p:nvSpPr>
          <p:cNvPr id="155" name="vertex-load-55"/>
          <p:cNvSpPr/>
          <p:nvPr/>
        </p:nvSpPr>
        <p:spPr>
          <a:xfrm>
            <a:off x="5905500" y="5143500"/>
            <a:ext cx="685800" cy="47625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/>
          <a:p>
            <a:endParaRPr/>
          </a:p>
        </p:txBody>
      </p:sp>
      <p:sp>
        <p:nvSpPr>
          <p:cNvPr id="156" name="vertex-load-56"/>
          <p:cNvSpPr/>
          <p:nvPr/>
        </p:nvSpPr>
        <p:spPr>
          <a:xfrm>
            <a:off x="6858000" y="5143500"/>
            <a:ext cx="685800" cy="476250"/>
          </a:xfrm>
          <a:prstGeom prst="roundRect">
            <a:avLst/>
          </a:prstGeom>
          <a:solidFill>
            <a:schemeClr val="accent4"/>
          </a:solidFill>
        </p:spPr>
        <p:txBody>
          <a:bodyPr anchor="ctr"/>
          <a:lstStyle/>
          <a:p>
            <a:endParaRPr/>
          </a:p>
        </p:txBody>
      </p:sp>
      <p:sp>
        <p:nvSpPr>
          <p:cNvPr id="157" name="vertex-load-57"/>
          <p:cNvSpPr/>
          <p:nvPr/>
        </p:nvSpPr>
        <p:spPr>
          <a:xfrm>
            <a:off x="7810500" y="5143500"/>
            <a:ext cx="685800" cy="47625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/>
          <a:p>
            <a:endParaRPr/>
          </a:p>
        </p:txBody>
      </p:sp>
      <p:sp>
        <p:nvSpPr>
          <p:cNvPr id="158" name="vertex-load-58"/>
          <p:cNvSpPr/>
          <p:nvPr/>
        </p:nvSpPr>
        <p:spPr>
          <a:xfrm>
            <a:off x="8763000" y="5143500"/>
            <a:ext cx="685800" cy="476250"/>
          </a:xfrm>
          <a:prstGeom prst="roundRect">
            <a:avLst/>
          </a:prstGeom>
          <a:solidFill>
            <a:schemeClr val="accent4"/>
          </a:solidFill>
        </p:spPr>
        <p:txBody>
          <a:bodyPr anchor="ctr"/>
          <a:lstStyle/>
          <a:p>
            <a:endParaRPr/>
          </a:p>
        </p:txBody>
      </p:sp>
      <p:sp>
        <p:nvSpPr>
          <p:cNvPr id="159" name="vertex-load-59"/>
          <p:cNvSpPr/>
          <p:nvPr/>
        </p:nvSpPr>
        <p:spPr>
          <a:xfrm>
            <a:off x="9715500" y="5143500"/>
            <a:ext cx="685800" cy="47625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/>
          <a:p>
            <a:endParaRPr/>
          </a:p>
        </p:txBody>
      </p:sp>
      <p:sp>
        <p:nvSpPr>
          <p:cNvPr id="900" name="vertex-freeform"/>
          <p:cNvSpPr/>
          <p:nvPr/>
        </p:nvSpPr>
        <p:spPr>
          <a:xfrm rot="900000">
            <a:off x="2667000" y="1619250"/>
            <a:ext cx="4000500" cy="2857500"/>
          </a:xfrm>
          <a:custGeom>
            <a:avLst>
              <a:gd name="adj" fmla="val 30000"/>
            </a:avLst>
            <a:gdLst>
              <a:gd name="mid" fmla="*/ w 1 2"/>
            </a:gdLst>
            <a:ahLst>
              <a:ahXY gdRefX="adj" minX="0" maxX="100000">
                <a:pos x="adj" y="0"/>
              </a:ahXY>
            </a:ahLst>
            <a:cxnLst>
              <a:cxn ang="0">
                <a:pos x="0" y="0"/>
              </a:cxn>
            </a:cxnLst>
            <a:rect l="0" t="0" r="r" b="b"/>
            <a:pathLst>
              <a:path w="4000000" h="3000000" fill="norm" stroke="1">
                <a:moveTo>
                  <a:pt x="200000" y="150000"/>
                </a:moveTo>
                <a:cubicBezTo>
                  <a:pt x="900000" y="100000"/>
                  <a:pt x="1300000" y="1200000"/>
                  <a:pt x="mid" y="900000"/>
                </a:cubicBezTo>
                <a:lnTo>
                  <a:pt x="3700000" y="400000"/>
                </a:lnTo>
                <a:quadBezTo>
                  <a:pt x="3300000" y="2600000"/>
                  <a:pt x="1600000" y="2700000"/>
                </a:quadBezTo>
                <a:close/>
                <a:moveTo>
                  <a:pt x="1400000" y="1300000"/>
                </a:moveTo>
                <a:lnTo>
                  <a:pt x="2100000" y="1900000"/>
                </a:lnTo>
                <a:lnTo>
                  <a:pt x="2700000" y="1250000"/>
                </a:lnTo>
                <a:close/>
              </a:path>
            </a:pathLst>
          </a:custGeom>
          <a:solidFill>
            <a:schemeClr val="accent2"/>
          </a:solidFill>
          <a:ln w="19050">
            <a:solidFill>
              <a:srgbClr val="1D4ED8"/>
            </a:solidFill>
          </a:ln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itor Vertex">
  <a:themeElements>
    <a:clrScheme name="Editor Vertex">
      <a:dk1>
        <a:sysClr val="windowText" lastClr="1A1A1A"/>
      </a:dk1>
      <a:lt1>
        <a:sysClr val="window" lastClr="FFFFFF"/>
      </a:lt1>
      <a:dk2>
        <a:srgbClr val="1F3864"/>
      </a:dk2>
      <a:lt2>
        <a:srgbClr val="F2F2F2"/>
      </a:lt2>
      <a:accent1>
        <a:srgbClr val="2E75B6"/>
      </a:accent1>
      <a:accent2>
        <a:srgbClr val="A6A6A6"/>
      </a:accent2>
      <a:accent3>
        <a:srgbClr val="70AD47"/>
      </a:accent3>
      <a:accent4>
        <a:srgbClr val="FFC000"/>
      </a:accent4>
      <a:accent5>
        <a:srgbClr val="ED7D31"/>
      </a:accent5>
      <a:accent6>
        <a:srgbClr val="7030A0"/>
      </a:accent6>
      <a:hlink>
        <a:srgbClr val="0563C1"/>
      </a:hlink>
      <a:folHlink>
        <a:srgbClr val="954F72"/>
      </a:folHlink>
    </a:clrScheme>
    <a:fontScheme name="Editor Vertex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Editor Vertex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