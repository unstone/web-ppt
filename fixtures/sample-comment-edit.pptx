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6096000" cy="3429000"/>
  <p:notesSz cx="6858000" cy="9144000"/>
</p:presentation>
</file>

<file path=ppt/commentAuthors.xml><?xml version="1.0" encoding="utf-8"?>
<p:cmAuthorLst xmlns:p="http://schemas.openxmlformats.org/presentationml/2006/main">
  <p:cmAuthor id="0" name="审阅 &amp; Review" initials="SR" lastIdx="3" clrIdx="0"/>
  <p:cmAuthor id="1" name="Reviewer" initials="" lastIdx="1" clrIdx="1"/>
</p:cmAuthorLst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Relationship Id="rIdComments" Type="http://schemas.openxmlformats.org/officeDocument/2006/relationships/commentAuthors" Target="commentAuthors.xml"/></Relationships>
</file>

<file path=ppt/comments/comment1.xml><?xml version="1.0" encoding="utf-8"?>
<p:cmLst xmlns:p="http://schemas.openxmlformats.org/presentationml/2006/main">
  <p:cm authorId="0" dt="2026-01-02T03:04:05Z" idx="1">
    <p:pos x="952500" y="952500"/>
    <p:text>第一条 &lt;script&gt; &amp; English</p:text>
    <p:extLst>
      <p:ext uri="comments-fixture">
        <keep:data xmlns:keep="urn:comments-test"/>
      </p:ext>
    </p:extLst>
  </p:cm>
  <p:cm authorId="1" idx="1">
    <p:pos x="-95250" y="4762500"/>
    <p:text>第二条
保留换行</p:text>
  </p:cm>
  <p:cm authorId="0" idx="4">
    <p:pos x="952500" y="952500"/>
    <p:text>已有回复</p:text>
    <p:extLst>
      <p:ext uri="{C676402C-5697-4E1C-873F-D02D1690AC5C}">
        <p15:threadingInfo xmlns:p15="http://schemas.microsoft.com/office/powerpoint/2012/main">
          <p15:parentCm authorId="1" idx="1"/>
        </p15:threadingInfo>
      </p:ext>
    </p:extLst>
  </p:cm>
</p:cmLst>
</file>

<file path=ppt/comments/comment2.xml><?xml version="1.0" encoding="utf-8"?>
<p:cmLst xmlns:p="http://schemas.openxmlformats.org/presentationml/2006/main">
  <p:cm authorId="0" idx="3">
    <p:pos x="1905000" y="1905000"/>
    <p:text>跨页批注</p:text>
  </p:cm>
</p:cmLst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omments" Type="http://schemas.openxmlformats.org/officeDocument/2006/relationships/comments" Target="../comments/commen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omments" Type="http://schemas.openxmlformats.org/officeDocument/2006/relationships/comments" Target="../comments/commen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comment-shape-0"/>
          <p:cNvSpPr/>
          <p:nvPr/>
        </p:nvSpPr>
        <p:spPr>
          <a:xfrm>
            <a:off x="762000" y="762000"/>
            <a:ext cx="2857500" cy="1428750"/>
          </a:xfrm>
          <a:prstGeom prst="rect">
            <a:avLst/>
          </a:prstGeom>
          <a:solidFill>
            <a:srgbClr val="4285F4"/>
          </a:solidFill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comment-shape-1"/>
          <p:cNvSpPr/>
          <p:nvPr/>
        </p:nvSpPr>
        <p:spPr>
          <a:xfrm>
            <a:off x="762000" y="762000"/>
            <a:ext cx="2857500" cy="1428750"/>
          </a:xfrm>
          <a:prstGeom prst="rect">
            <a:avLst/>
          </a:prstGeom>
          <a:solidFill>
            <a:srgbClr val="4285F4"/>
          </a:solidFill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comment-shape-2"/>
          <p:cNvSpPr/>
          <p:nvPr/>
        </p:nvSpPr>
        <p:spPr>
          <a:xfrm>
            <a:off x="762000" y="762000"/>
            <a:ext cx="2857500" cy="1428750"/>
          </a:xfrm>
          <a:prstGeom prst="rect">
            <a:avLst/>
          </a:prstGeom>
          <a:solidFill>
            <a:srgbClr val="4285F4"/>
          </a:solidFill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ad-only comments">
  <a:themeElements>
    <a:clrScheme name="Read-only comments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Read-only comment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Read-only commen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