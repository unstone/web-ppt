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charts/chartEx1.xml" ContentType="application/vnd.ms-office.chartex+xml"/>
  <Override PartName="/ppt/charts/chartEx2.xml" ContentType="application/vnd.ms-office.chartex+xml"/>
  <Override PartName="/ppt/charts/chartEx3.xml" ContentType="application/vnd.ms-office.chartex+xml"/>
  <Override PartName="/ppt/charts/chartEx4.xml" ContentType="application/vnd.ms-office.chartex+xml"/>
  <Override PartName="/ppt/charts/chartEx5.xml" ContentType="application/vnd.ms-office.chartex+xml"/>
  <Override PartName="/ppt/charts/chartEx6.xml" ContentType="application/vnd.ms-office.chartex+xml"/>
  <Override PartName="/ppt/charts/chartEx7.xml" ContentType="application/vnd.ms-office.chartex+xml"/>
  <Override PartName="/ppt/charts/chartEx8.xml" ContentType="application/vnd.ms-office.chartex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096000" cy="4000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charts/chartEx1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6">
          <cx:pt idx="0">A</cx:pt>
          <cx:pt idx="1">B</cx:pt>
          <cx:pt idx="2">A</cx:pt>
          <cx:pt idx="3">A</cx:pt>
          <cx:pt idx="4">C</cx:pt>
        </cx:lvl>
        <cx:lvl ptCount="6">
          <cx:pt idx="0">Alpha</cx:pt>
          <cx:pt idx="2">Beta</cx:pt>
          <cx:pt idx="3">Alpha</cx:pt>
          <cx:pt idx="5">Beta</cx:pt>
        </cx:lvl>
        <cx:lvl ptCount="6">
          <cx:pt idx="0">North</cx:pt>
          <cx:pt idx="3">South</cx:pt>
        </cx:lvl>
      </cx:strDim>
      <cx:numDim type="size">
        <cx:lvl ptCount="6">
          <cx:pt idx="0">8</cx:pt>
          <cx:pt idx="1">4</cx:pt>
          <cx:pt idx="2">6</cx:pt>
          <cx:pt idx="3">5</cx:pt>
          <cx:pt idx="4">3</cx:pt>
          <cx:pt idx="5">2</cx:pt>
        </cx:lvl>
      </cx:numDim>
    </cx:data>
  </cx:chartData>
  <cx:chart>
    <cx:title>
      <cx:tx>
        <cx:rich>
          <a:bodyPr/>
          <a:p>
            <a:r>
              <a:t>treemap</a:t>
            </a:r>
          </a:p>
        </cx:rich>
      </cx:tx>
    </cx:title>
    <cx:plotArea>
      <cx:plotAreaRegion>
        <cx:series layoutId="treemap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2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6">
          <cx:pt idx="0">A</cx:pt>
          <cx:pt idx="1">B</cx:pt>
          <cx:pt idx="2">A</cx:pt>
          <cx:pt idx="3">A</cx:pt>
          <cx:pt idx="4">C</cx:pt>
        </cx:lvl>
        <cx:lvl ptCount="6">
          <cx:pt idx="0">Alpha</cx:pt>
          <cx:pt idx="2">Beta</cx:pt>
          <cx:pt idx="3">Alpha</cx:pt>
          <cx:pt idx="5">Beta</cx:pt>
        </cx:lvl>
        <cx:lvl ptCount="6">
          <cx:pt idx="0">North</cx:pt>
          <cx:pt idx="3">South</cx:pt>
        </cx:lvl>
      </cx:strDim>
      <cx:numDim type="size">
        <cx:lvl ptCount="6">
          <cx:pt idx="0">8</cx:pt>
          <cx:pt idx="1">4</cx:pt>
          <cx:pt idx="2">6</cx:pt>
          <cx:pt idx="3">5</cx:pt>
          <cx:pt idx="4">3</cx:pt>
          <cx:pt idx="5">2</cx:pt>
        </cx:lvl>
      </cx:numDim>
    </cx:data>
  </cx:chartData>
  <cx:chart>
    <cx:title>
      <cx:tx>
        <cx:rich>
          <a:bodyPr/>
          <a:p>
            <a:r>
              <a:t>sunburst</a:t>
            </a:r>
          </a:p>
        </cx:rich>
      </cx:tx>
    </cx:title>
    <cx:plotArea>
      <cx:plotAreaRegion>
        <cx:series layoutId="sunburst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3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histogram</a:t>
            </a:r>
          </a:p>
        </cx:rich>
      </cx:tx>
    </cx:title>
    <cx:plotArea>
      <cx:plotAreaRegion>
        <cx:series layoutId="clusteredColumn" formatIdx="0">
          <cx:tx>
            <cx:txData>
              <cx:v>Series 1</cx:v>
            </cx:txData>
          </cx:tx>
          <cx:dataId val="0"/>
          <cx:layoutPr>
            <cx:binning intervalClosed="r">
              <cx:binSize>2</cx:binSize>
            </cx:binning>
          </cx:layoutPr>
        </cx:series>
      </cx:plotAreaRegion>
    </cx:plotArea>
  </cx:chart>
</cx:chartSpace>
</file>

<file path=ppt/charts/chartEx4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pareto</a:t>
            </a:r>
          </a:p>
        </cx:rich>
      </cx:tx>
    </cx:title>
    <cx:plotArea>
      <cx:plotAreaRegion>
        <cx:series layoutId="clusteredColumn" formatIdx="0">
          <cx:tx>
            <cx:txData>
              <cx:v>Series 1</cx:v>
            </cx:txData>
          </cx:tx>
          <cx:dataId val="0"/>
          <cx:layoutPr>
            <cx:binning intervalClosed="r">
              <cx:binSize>2</cx:binSize>
            </cx:binning>
          </cx:layoutPr>
        </cx:series>
        <cx:series layoutId="paretoLine" ownerIdx="0"/>
      </cx:plotAreaRegion>
    </cx:plotArea>
  </cx:chart>
</cx:chartSpace>
</file>

<file path=ppt/charts/chartEx5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  <cx:data id="1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2</cx:pt>
          <cx:pt idx="1">2</cx:pt>
          <cx:pt idx="2">3</cx:pt>
          <cx:pt idx="3">4</cx:pt>
          <cx:pt idx="4">4</cx:pt>
          <cx:pt idx="5">4</cx:pt>
          <cx:pt idx="6">5</cx:pt>
          <cx:pt idx="7">5</cx:pt>
          <cx:pt idx="8">6</cx:pt>
          <cx:pt idx="9">9</cx:pt>
        </cx:lvl>
      </cx:numDim>
    </cx:data>
    <cx:data id="2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3</cx:pt>
          <cx:pt idx="1">3</cx:pt>
          <cx:pt idx="2">4</cx:pt>
          <cx:pt idx="3">5</cx:pt>
          <cx:pt idx="4">5</cx:pt>
          <cx:pt idx="5">5</cx:pt>
          <cx:pt idx="6">6</cx:pt>
          <cx:pt idx="7">6</cx:pt>
          <cx:pt idx="8">7</cx:pt>
          <cx:pt idx="9">10</cx:pt>
        </cx:lvl>
      </cx:numDim>
    </cx:data>
  </cx:chartData>
  <cx:chart>
    <cx:title>
      <cx:tx>
        <cx:rich>
          <a:bodyPr/>
          <a:p>
            <a:r>
              <a:t>boxWhisker</a:t>
            </a:r>
          </a:p>
        </cx:rich>
      </cx:tx>
    </cx:title>
    <cx:plotArea>
      <cx:plotAreaRegion>
        <cx:series layoutId="boxWhisker" formatIdx="0">
          <cx:tx>
            <cx:txData>
              <cx:v>Series 1</cx:v>
            </cx:txData>
          </cx:tx>
          <cx:dataId val="0"/>
          <cx:layoutPr>
            <cx:statistics quartileMethod="exclusive"/>
          </cx:layoutPr>
        </cx:series>
        <cx:series layoutId="boxWhisker" formatIdx="1">
          <cx:tx>
            <cx:txData>
              <cx:v>Series 2</cx:v>
            </cx:txData>
          </cx:tx>
          <cx:dataId val="1"/>
          <cx:layoutPr>
            <cx:statistics quartileMethod="exclusive"/>
          </cx:layoutPr>
        </cx:series>
        <cx:series layoutId="boxWhisker" formatIdx="2">
          <cx:tx>
            <cx:txData>
              <cx:v>Series 3</cx:v>
            </cx:txData>
          </cx:tx>
          <cx:dataId val="2"/>
          <cx:layoutPr>
            <cx:statistics quartileMethod="exclusive"/>
          </cx:layoutPr>
        </cx:series>
      </cx:plotAreaRegion>
    </cx:plotArea>
  </cx:chart>
</cx:chartSpace>
</file>

<file path=ppt/charts/chartEx6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5">
          <cx:pt idx="0">Point 1</cx:pt>
          <cx:pt idx="1">Point 2</cx:pt>
          <cx:pt idx="2">Point 3</cx:pt>
          <cx:pt idx="3">Point 4</cx:pt>
          <cx:pt idx="4">Point 5</cx:pt>
        </cx:lvl>
      </cx:strDim>
      <cx:numDim type="val">
        <cx:lvl ptCount="5">
          <cx:pt idx="0">10</cx:pt>
          <cx:pt idx="1">-3</cx:pt>
          <cx:pt idx="2">6</cx:pt>
          <cx:pt idx="3">-2</cx:pt>
          <cx:pt idx="4">11</cx:pt>
        </cx:lvl>
      </cx:numDim>
    </cx:data>
  </cx:chartData>
  <cx:chart>
    <cx:title>
      <cx:tx>
        <cx:rich>
          <a:bodyPr/>
          <a:p>
            <a:r>
              <a:t>waterfall</a:t>
            </a:r>
          </a:p>
        </cx:rich>
      </cx:tx>
    </cx:title>
    <cx:plotArea>
      <cx:plotAreaRegion>
        <cx:series layoutId="waterfall" formatIdx="0">
          <cx:tx>
            <cx:txData>
              <cx:v>Series 1</cx:v>
            </cx:txData>
          </cx:tx>
          <cx:dataId val="0"/>
          <cx:layoutPr>
            <cx:subtotals>
              <cx:idx val="0"/>
              <cx:idx val="4"/>
            </cx:subtotals>
          </cx:layoutPr>
        </cx:series>
      </cx:plotAreaRegion>
    </cx:plotArea>
  </cx:chart>
</cx:chartSpace>
</file>

<file path=ppt/charts/chartEx7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funnel</a:t>
            </a:r>
          </a:p>
        </cx:rich>
      </cx:tx>
    </cx:title>
    <cx:plotArea>
      <cx:plotAreaRegion>
        <cx:series layoutId="funnel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8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2">
          <cx:pt idx="0">West</cx:pt>
          <cx:pt idx="1">East</cx:pt>
        </cx:lvl>
      </cx:strDim>
      <cx:numDim type="colorVal">
        <cx:lvl ptCount="2">
          <cx:pt idx="0">10</cx:pt>
          <cx:pt idx="1">70</cx:pt>
        </cx:lvl>
      </cx:numDim>
    </cx:data>
  </cx:chartData>
  <cx:chart>
    <cx:title>
      <cx:tx>
        <cx:rich>
          <a:bodyPr/>
          <a:p>
            <a:r>
              <a:t>regionMap</a:t>
            </a:r>
          </a:p>
        </cx:rich>
      </cx:tx>
    </cx:title>
    <cx:plotArea>
      <cx:plotAreaRegion>
        <cx:series layoutId="regionMap" formatIdx="0">
          <cx:tx>
            <cx:txData>
              <cx:v>Series 1</cx:v>
            </cx:txData>
          </cx:tx>
          <cx:dataId val="0"/>
          <cx:layoutPr>
            <cx:geography projectionType="mercator" cultureLanguage="en-US" cultureRegion="US" attribution="Synthetic geometry fixture">
              <cx:geoCache provider="local-test">
                <cx:binary>pVNdT8MgFP0rDc9utF3nksUu8WMP+mDmYuLjgoxRsgIt0JX664W2mTaaZsane889cIBzwg22S5wTpALLc6GX2KYgM6ZYQqhxRjjSU86wkloezBRLDuXhwDCBe4VqJiiMwyiBOEPKEAtWXo0S+YAMWgvDTPNSEdVsia5yo0fZ72RAWvZxn4KaaAN6/Iw4ScFbN0HapCAKQeBXpMA1QiqTdTMtK9+G5wttZN5QKc5X6HFQdNWfFDmFim8kE0anYA6CAqOte6ED0dUtbZImCvn1HY3np1nbVLPowzcT21MAjsjHY/JUGpvQ8onubM3r8p6W6ujrpOgqjY9J7qo/Af7yIiyLRjGa9R6f4erVmRO8y0rskWJEt5u/2CF0e3ttn8EAjKZ1aZQ+smGU627SRhk7S7ooI9f9M8vZqNmLcnHa7dj60kx/OP4Hm8bYXqn9fatP</cx:binary>
              </cx:geoCache>
            </cx:geography>
          </cx:layoutPr>
        </cx:series>
      </cx:plotAreaRegion>
    </cx:plotArea>
  </cx:chart>
</cx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1.xml"/><Relationship Id="rId3" Type="http://schemas.openxmlformats.org/officeDocument/2006/relationships/image" Target="../media/chartex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2.xml"/><Relationship Id="rId3" Type="http://schemas.openxmlformats.org/officeDocument/2006/relationships/image" Target="../media/chartex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3.xml"/><Relationship Id="rId3" Type="http://schemas.openxmlformats.org/officeDocument/2006/relationships/image" Target="../media/chartex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4.xml"/><Relationship Id="rId3" Type="http://schemas.openxmlformats.org/officeDocument/2006/relationships/image" Target="../media/chartex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5.xml"/><Relationship Id="rId3" Type="http://schemas.openxmlformats.org/officeDocument/2006/relationships/image" Target="../media/chartex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6.xml"/><Relationship Id="rId3" Type="http://schemas.openxmlformats.org/officeDocument/2006/relationships/image" Target="../media/chartex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7.xml"/><Relationship Id="rId3" Type="http://schemas.openxmlformats.org/officeDocument/2006/relationships/image" Target="../media/chartex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8.xml"/><Relationship Id="rId3" Type="http://schemas.openxmlformats.org/officeDocument/2006/relationships/image" Target="../media/chartex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treemap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treema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sunburst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sunburst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histogram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histogram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pareto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pareto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boxWhisker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boxWhisker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waterfall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waterfall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funnel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funnel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regionMap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regionMa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hartEx native contract">
  <a:themeElements>
    <a:clrScheme name="ChartEx native contrac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Ex native contrac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Ex native contrac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