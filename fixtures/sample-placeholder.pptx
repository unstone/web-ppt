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h1"/>
          <p:cNvSpPr/>
          <p:nvPr>
            <p:ph idx="1"/>
          </p:nvPr>
        </p:nvSpPr>
        <p:spPr>
          <a:xfrm>
            <a:off x="762000" y="1333500"/>
            <a:ext cx="4000500" cy="28575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1" name="ph2"/>
          <p:cNvSpPr/>
          <p:nvPr>
            <p:ph idx="2"/>
          </p:nvPr>
        </p:nvSpPr>
        <p:spPr>
          <a:xfrm>
            <a:off x="5334000" y="1333500"/>
            <a:ext cx="3238500" cy="2857500"/>
          </a:xfrm>
          <a:prstGeom prst="roundRect">
            <a:avLst/>
          </a:prstGeom>
          <a:solidFill>
            <a:schemeClr val="accent3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图片占位符 + 空 spPr → 几何继承自版式</a:t>
            </a:r>
          </a:p>
        </p:txBody>
      </p:sp>
      <p:pic>
        <p:nvPicPr>
          <p:cNvPr id="102" name="ph-pic"/>
          <p:cNvPicPr/>
          <p:nvPr>
            <p:ph idx="1"/>
          </p:nvPr>
        </p:nvPicPr>
        <p:blipFill>
          <a:blip r:embed="rId2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图片自带 xfrm → 不受版式影响</a:t>
            </a:r>
          </a:p>
        </p:txBody>
      </p:sp>
      <p:pic>
        <p:nvPicPr>
          <p:cNvPr id="104" name="ph-pic"/>
          <p:cNvPicPr/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05500" y="1905000"/>
            <a:ext cx="2286000" cy="17145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p"/>
          <p:cNvSpPr/>
          <p:nvPr/>
        </p:nvSpPr>
        <p:spPr>
          <a:xfrm>
            <a:off x="381000" y="38100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形状占位符 + 空 spPr → 形状侧继承</a:t>
            </a:r>
          </a:p>
        </p:txBody>
      </p:sp>
      <p:sp>
        <p:nvSpPr>
          <p:cNvPr id="106" name="ph-shape"/>
          <p:cNvSpPr/>
          <p:nvPr>
            <p:ph idx="2"/>
          </p:nvPr>
        </p:nvSpPr>
        <p:spPr/>
        <p:txBody>
          <a:bodyPr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占位符形状（几何来自版式）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ceholder">
  <a:themeElements>
    <a:clrScheme name="Placeholder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Placehol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