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中英文标点"/>
          <p:cNvSpPr/>
          <p:nvPr/>
        </p:nvSpPr>
        <p:spPr>
          <a:xfrm>
            <a:off x="952500" y="952500"/>
            <a:ext cx="3552825" cy="2381250"/>
          </a:xfrm>
          <a:prstGeom prst="rect">
            <a:avLst/>
          </a:prstGeom>
        </p:spPr>
        <p:txBody>
          <a:bodyPr wrap="square" anchor="t"/>
          <a:lstStyle/>
          <a:p>
            <a:r>
              <a:rPr sz="3465">
                <a:latin typeface="等线"/>
              </a:rPr>
              <a:t>数一数，画一画。 I’m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ostrophe">
  <a:themeElements>
    <a:clrScheme name="Apostroph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postroph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postroph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