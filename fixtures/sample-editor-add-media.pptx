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customXml/add-media.xml" ContentType="application/x-web-ppt-add-media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79" Type="urn:web-ppt:add-media:unknown" Target="../customXml/add-media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音频插入锚点"/>
          <p:cNvSpPr/>
          <p:nvPr/>
        </p:nvSpPr>
        <p:spPr>
          <a:xfrm>
            <a:off x="381000" y="381000"/>
            <a:ext cx="2286000" cy="3810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d Media">
  <a:themeElements>
    <a:clrScheme name="Add Media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Add Media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Add Medi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add-media.xml><?xml version="1.0" encoding="utf-8"?>
<keep xmlns="urn:web-ppt:add-media">媒体插入不改写旁路内容</keep>
</file>