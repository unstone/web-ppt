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test/colors">
  <dgm:title val=""/>
  <dgm:desc val=""/>
  <dgm:styleLbl name="node0">
    <dgm:fillClrLst meth="repeat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txLinClrLst/>
    <dgm:txFillClrLst/>
    <dgm:txEffectClrLst/>
    <dgm: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test/colors">
  <dgm:title val=""/>
  <dgm:desc val=""/>
  <dgm:styleLbl name="node0">
    <dgm:fillClrLst meth="repeat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txLinClrLst/>
    <dgm:txFillClrLst/>
    <dgm:txEffectClrLst/>
    <dgm: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test/colors">
  <dgm:title val=""/>
  <dgm:desc val=""/>
  <dgm:styleLbl name="node0">
    <dgm:fillClrLst meth="repeat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txLinClrLst/>
    <dgm:txFillClrLst/>
    <dgm:txEffectClrLst/>
    <dgm: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test/colors">
  <dgm:title val=""/>
  <dgm:desc val=""/>
  <dgm:styleLbl name="node0">
    <dgm:fillClrLst meth="repeat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txLinClrLst/>
    <dgm:txFillClrLst/>
    <dgm:txEffectClrLst/>
    <dgm: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test/colors">
  <dgm:title val=""/>
  <dgm:desc val=""/>
  <dgm:styleLbl name="node0">
    <dgm:fillClrLst meth="repeat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txLinClrLst/>
    <dgm:txFillClrLst/>
    <dgm:txEffectClrLst/>
    <dgm: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test/colors">
  <dgm:title val=""/>
  <dgm:desc val=""/>
  <dgm:styleLbl name="node0">
    <dgm:fillClrLst meth="repeat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txLinClrLst/>
    <dgm:txFillClrLst/>
    <dgm:txEffectClrLst/>
    <dgm: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test/colors">
  <dgm:title val=""/>
  <dgm:desc val=""/>
  <dgm:styleLbl name="node0">
    <dgm:fillClrLst meth="repeat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txLinClrLst/>
    <dgm:txFillClrLst/>
    <dgm:txEffectClrLst/>
    <dgm: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test/colors">
  <dgm:title val=""/>
  <dgm:desc val=""/>
  <dgm:styleLbl name="node0">
    <dgm:fillClrLst meth="repeat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txLinClrLst/>
    <dgm:txFillClrLst/>
    <dgm:txEffectClrLst/>
    <dgm: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0" type="doc">
      <dgm:prSet/>
      <dgm:spPr/>
    </dgm:pt>
    <dgm:pt modelId="{676B8BB8-4CE7-267D-D520-DECA4811C8F1}">
      <dgm:prSet/>
      <dgm:spPr/>
      <dgm:t>
        <a:bodyPr/>
        <a:lstStyle/>
        <a:p>
          <a:r>
            <a:rPr lang="zh-CN" sz="1400"/>
            <a:t>数据A</a:t>
          </a:r>
        </a:p>
      </dgm:t>
    </dgm:pt>
    <dgm:pt modelId="{4B54BE3E-8824-0F0C-8816-977EAC1FF1A1}" type="parTrans" cxnId="{777C7715-FE23-B83C-881A-B68874E31C0D}">
      <dgm:prSet/>
      <dgm:spPr/>
    </dgm:pt>
    <dgm:pt modelId="{BF792F85-12EE-C194-EEC2-59D8816C9DB9}" type="sibTrans" cxnId="{777C7715-FE23-B83C-881A-B68874E31C0D}">
      <dgm:prSet/>
      <dgm:spPr/>
    </dgm:pt>
    <dgm:pt modelId="{0480A93D-2E9B-094B-89E0-8E01976089AC}">
      <dgm:prSet/>
      <dgm:spPr/>
      <dgm:t>
        <a:bodyPr/>
        <a:lstStyle/>
        <a:p>
          <a:r>
            <a:rPr lang="zh-CN" sz="1400"/>
            <a:t>数据B</a:t>
          </a:r>
        </a:p>
      </dgm:t>
    </dgm:pt>
    <dgm:pt modelId="{B964CCA5-D318-A3FB-454E-56D1C9E279D6}" type="parTrans" cxnId="{A0011C07-9794-2091-CE3A-6B7555144A3B}">
      <dgm:prSet/>
      <dgm:spPr/>
    </dgm:pt>
    <dgm:pt modelId="{B420699A-2DDB-E17F-EF19-5D92ACDCD3F5}" type="sibTrans" cxnId="{A0011C07-9794-2091-CE3A-6B7555144A3B}">
      <dgm:prSet/>
      <dgm:spPr/>
    </dgm:pt>
    <dgm:pt modelId="{8721D664-EF60-096A-A559-E1AA6C72CAF1}">
      <dgm:prSet/>
      <dgm:spPr/>
      <dgm:t>
        <a:bodyPr/>
        <a:lstStyle/>
        <a:p>
          <a:r>
            <a:rPr lang="zh-CN" sz="1400"/>
            <a:t>数据C</a:t>
          </a:r>
        </a:p>
      </dgm:t>
    </dgm:pt>
    <dgm:pt modelId="{2ECB2D74-6EAF-4213-0214-A1A202490C85}" type="parTrans" cxnId="{8C1D252E-3E04-9A35-E9E9-4A2E70C4D289}">
      <dgm:prSet/>
      <dgm:spPr/>
    </dgm:pt>
    <dgm:pt modelId="{E193203F-16E5-A81A-DA7A-CB1E6263F75B}" type="sibTrans" cxnId="{8C1D252E-3E04-9A35-E9E9-4A2E70C4D289}">
      <dgm:prSet/>
      <dgm:spPr/>
    </dgm:pt>
  </dgm:ptLst>
  <dgm:cxnLst>
    <dgm:cxn modelId="{777C7715-FE23-B83C-881A-B68874E31C0D}" srcId="0" destId="{676B8BB8-4CE7-267D-D520-DECA4811C8F1}" srcOrd="0" destOrd="0" parTransId="{4B54BE3E-8824-0F0C-8816-977EAC1FF1A1}" sibTransId="{BF792F85-12EE-C194-EEC2-59D8816C9DB9}"/>
    <dgm:cxn modelId="{A0011C07-9794-2091-CE3A-6B7555144A3B}" srcId="0" destId="{0480A93D-2E9B-094B-89E0-8E01976089AC}" srcOrd="1" destOrd="0" parTransId="{B964CCA5-D318-A3FB-454E-56D1C9E279D6}" sibTransId="{B420699A-2DDB-E17F-EF19-5D92ACDCD3F5}"/>
    <dgm:cxn modelId="{8C1D252E-3E04-9A35-E9E9-4A2E70C4D289}" srcId="0" destId="{8721D664-EF60-096A-A559-E1AA6C72CAF1}" srcOrd="2" destOrd="0" parTransId="{2ECB2D74-6EAF-4213-0214-A1A202490C85}" sibTransId="{E193203F-16E5-A81A-DA7A-CB1E6263F75B}"/>
    <dgm:cxn modelId="{405B4841-6753-9D78-1CCF-C7EDFFDD41B1}" type="presOf" srcId="0" destId="{676B8BB8-4CE7-267D-D520-DECA4811C8F1}" srcOrd="0" destOrd="0"/>
  </dgm:cxnLst>
  <dgm:bg/>
  <dgm:whole/>
  <dgm:extLst>
    <dgm:ext uri="preserve-smartart">
      <keep xmlns="urn:test">未知数据扩展</keep>
    </dgm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0" type="doc">
      <dgm:prSet/>
      <dgm:spPr/>
    </dgm:pt>
    <dgm:pt modelId="{676B8BB8-4CE7-267D-D520-DECA4811C8F1}">
      <dgm:prSet/>
      <dgm:spPr/>
      <dgm:t>
        <a:bodyPr/>
        <a:lstStyle/>
        <a:p>
          <a:r>
            <a:rPr lang="zh-CN" sz="1400"/>
            <a:t>需求</a:t>
          </a:r>
        </a:p>
      </dgm:t>
    </dgm:pt>
    <dgm:pt modelId="{4B54BE3E-8824-0F0C-8816-977EAC1FF1A1}" type="parTrans" cxnId="{777C7715-FE23-B83C-881A-B68874E31C0D}">
      <dgm:prSet/>
      <dgm:spPr/>
    </dgm:pt>
    <dgm:pt modelId="{BF792F85-12EE-C194-EEC2-59D8816C9DB9}" type="sibTrans" cxnId="{777C7715-FE23-B83C-881A-B68874E31C0D}">
      <dgm:prSet/>
      <dgm:spPr/>
    </dgm:pt>
    <dgm:pt modelId="{0480A93D-2E9B-094B-89E0-8E01976089AC}">
      <dgm:prSet/>
      <dgm:spPr/>
      <dgm:t>
        <a:bodyPr/>
        <a:lstStyle/>
        <a:p>
          <a:r>
            <a:rPr lang="zh-CN" sz="1400"/>
            <a:t>设计</a:t>
          </a:r>
        </a:p>
      </dgm:t>
    </dgm:pt>
    <dgm:pt modelId="{B964CCA5-D318-A3FB-454E-56D1C9E279D6}" type="parTrans" cxnId="{A0011C07-9794-2091-CE3A-6B7555144A3B}">
      <dgm:prSet/>
      <dgm:spPr/>
    </dgm:pt>
    <dgm:pt modelId="{B420699A-2DDB-E17F-EF19-5D92ACDCD3F5}" type="sibTrans" cxnId="{A0011C07-9794-2091-CE3A-6B7555144A3B}">
      <dgm:prSet/>
      <dgm:spPr/>
    </dgm:pt>
    <dgm:pt modelId="{8721D664-EF60-096A-A559-E1AA6C72CAF1}">
      <dgm:prSet/>
      <dgm:spPr/>
      <dgm:t>
        <a:bodyPr/>
        <a:lstStyle/>
        <a:p>
          <a:r>
            <a:rPr lang="zh-CN" sz="1400"/>
            <a:t>实现</a:t>
          </a:r>
        </a:p>
      </dgm:t>
    </dgm:pt>
    <dgm:pt modelId="{2ECB2D74-6EAF-4213-0214-A1A202490C85}" type="parTrans" cxnId="{8C1D252E-3E04-9A35-E9E9-4A2E70C4D289}">
      <dgm:prSet/>
      <dgm:spPr/>
    </dgm:pt>
    <dgm:pt modelId="{E193203F-16E5-A81A-DA7A-CB1E6263F75B}" type="sibTrans" cxnId="{8C1D252E-3E04-9A35-E9E9-4A2E70C4D289}">
      <dgm:prSet/>
      <dgm:spPr/>
    </dgm:pt>
    <dgm:pt modelId="{88450B08-2EC4-DF2F-DCCD-3A626C6E489B}">
      <dgm:prSet/>
      <dgm:spPr/>
      <dgm:t>
        <a:bodyPr/>
        <a:lstStyle/>
        <a:p>
          <a:r>
            <a:rPr lang="zh-CN" sz="1400"/>
            <a:t>验收</a:t>
          </a:r>
        </a:p>
      </dgm:t>
    </dgm:pt>
    <dgm:pt modelId="{23D5B1E2-ACC6-204A-08B0-A46EFC43859C}" type="parTrans" cxnId="{9A795A5F-BB92-E034-063D-180FCF1DC882}">
      <dgm:prSet/>
      <dgm:spPr/>
    </dgm:pt>
    <dgm:pt modelId="{75A33DC7-D312-45BE-114C-E13F373CFA47}" type="sibTrans" cxnId="{9A795A5F-BB92-E034-063D-180FCF1DC882}">
      <dgm:prSet/>
      <dgm:spPr/>
    </dgm:pt>
  </dgm:ptLst>
  <dgm:cxnLst>
    <dgm:cxn modelId="{777C7715-FE23-B83C-881A-B68874E31C0D}" srcId="0" destId="{676B8BB8-4CE7-267D-D520-DECA4811C8F1}" srcOrd="0" destOrd="0" parTransId="{4B54BE3E-8824-0F0C-8816-977EAC1FF1A1}" sibTransId="{BF792F85-12EE-C194-EEC2-59D8816C9DB9}"/>
    <dgm:cxn modelId="{A0011C07-9794-2091-CE3A-6B7555144A3B}" srcId="0" destId="{0480A93D-2E9B-094B-89E0-8E01976089AC}" srcOrd="1" destOrd="0" parTransId="{B964CCA5-D318-A3FB-454E-56D1C9E279D6}" sibTransId="{B420699A-2DDB-E17F-EF19-5D92ACDCD3F5}"/>
    <dgm:cxn modelId="{8C1D252E-3E04-9A35-E9E9-4A2E70C4D289}" srcId="0" destId="{8721D664-EF60-096A-A559-E1AA6C72CAF1}" srcOrd="2" destOrd="0" parTransId="{2ECB2D74-6EAF-4213-0214-A1A202490C85}" sibTransId="{E193203F-16E5-A81A-DA7A-CB1E6263F75B}"/>
    <dgm:cxn modelId="{9A795A5F-BB92-E034-063D-180FCF1DC882}" srcId="0" destId="{88450B08-2EC4-DF2F-DCCD-3A626C6E489B}" srcOrd="3" destOrd="0" parTransId="{23D5B1E2-ACC6-204A-08B0-A46EFC43859C}" sibTransId="{75A33DC7-D312-45BE-114C-E13F373CFA47}"/>
    <dgm:cxn modelId="{405B4841-6753-9D78-1CCF-C7EDFFDD41B1}" type="presOf" srcId="0" destId="{676B8BB8-4CE7-267D-D520-DECA4811C8F1}" srcOrd="0" destOrd="0"/>
  </dgm:cxnLst>
  <dgm:bg/>
  <dgm:whole/>
  <dgm:extLst>
    <dgm:ext uri="preserve-smartart">
      <keep xmlns="urn:test">未知数据扩展</keep>
    </dgm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0" type="doc">
      <dgm:prSet/>
      <dgm:spPr/>
    </dgm:pt>
    <dgm:pt modelId="{676B8BB8-4CE7-267D-D520-DECA4811C8F1}">
      <dgm:prSet/>
      <dgm:spPr/>
      <dgm:t>
        <a:bodyPr/>
        <a:lstStyle/>
        <a:p>
          <a:r>
            <a:rPr lang="zh-CN" sz="1400"/>
            <a:t>计划</a:t>
          </a:r>
        </a:p>
      </dgm:t>
    </dgm:pt>
    <dgm:pt modelId="{4B54BE3E-8824-0F0C-8816-977EAC1FF1A1}" type="parTrans" cxnId="{777C7715-FE23-B83C-881A-B68874E31C0D}">
      <dgm:prSet/>
      <dgm:spPr/>
    </dgm:pt>
    <dgm:pt modelId="{BF792F85-12EE-C194-EEC2-59D8816C9DB9}" type="sibTrans" cxnId="{777C7715-FE23-B83C-881A-B68874E31C0D}">
      <dgm:prSet/>
      <dgm:spPr/>
    </dgm:pt>
    <dgm:pt modelId="{0480A93D-2E9B-094B-89E0-8E01976089AC}">
      <dgm:prSet/>
      <dgm:spPr/>
      <dgm:t>
        <a:bodyPr/>
        <a:lstStyle/>
        <a:p>
          <a:r>
            <a:rPr lang="zh-CN" sz="1400"/>
            <a:t>执行</a:t>
          </a:r>
        </a:p>
      </dgm:t>
    </dgm:pt>
    <dgm:pt modelId="{B964CCA5-D318-A3FB-454E-56D1C9E279D6}" type="parTrans" cxnId="{A0011C07-9794-2091-CE3A-6B7555144A3B}">
      <dgm:prSet/>
      <dgm:spPr/>
    </dgm:pt>
    <dgm:pt modelId="{B420699A-2DDB-E17F-EF19-5D92ACDCD3F5}" type="sibTrans" cxnId="{A0011C07-9794-2091-CE3A-6B7555144A3B}">
      <dgm:prSet/>
      <dgm:spPr/>
    </dgm:pt>
    <dgm:pt modelId="{8721D664-EF60-096A-A559-E1AA6C72CAF1}">
      <dgm:prSet/>
      <dgm:spPr/>
      <dgm:t>
        <a:bodyPr/>
        <a:lstStyle/>
        <a:p>
          <a:r>
            <a:rPr lang="zh-CN" sz="1400"/>
            <a:t>检查</a:t>
          </a:r>
        </a:p>
      </dgm:t>
    </dgm:pt>
    <dgm:pt modelId="{2ECB2D74-6EAF-4213-0214-A1A202490C85}" type="parTrans" cxnId="{8C1D252E-3E04-9A35-E9E9-4A2E70C4D289}">
      <dgm:prSet/>
      <dgm:spPr/>
    </dgm:pt>
    <dgm:pt modelId="{E193203F-16E5-A81A-DA7A-CB1E6263F75B}" type="sibTrans" cxnId="{8C1D252E-3E04-9A35-E9E9-4A2E70C4D289}">
      <dgm:prSet/>
      <dgm:spPr/>
    </dgm:pt>
    <dgm:pt modelId="{88450B08-2EC4-DF2F-DCCD-3A626C6E489B}">
      <dgm:prSet/>
      <dgm:spPr/>
      <dgm:t>
        <a:bodyPr/>
        <a:lstStyle/>
        <a:p>
          <a:r>
            <a:rPr lang="zh-CN" sz="1400"/>
            <a:t>改进</a:t>
          </a:r>
        </a:p>
      </dgm:t>
    </dgm:pt>
    <dgm:pt modelId="{23D5B1E2-ACC6-204A-08B0-A46EFC43859C}" type="parTrans" cxnId="{9A795A5F-BB92-E034-063D-180FCF1DC882}">
      <dgm:prSet/>
      <dgm:spPr/>
    </dgm:pt>
    <dgm:pt modelId="{75A33DC7-D312-45BE-114C-E13F373CFA47}" type="sibTrans" cxnId="{9A795A5F-BB92-E034-063D-180FCF1DC882}">
      <dgm:prSet/>
      <dgm:spPr/>
    </dgm:pt>
  </dgm:ptLst>
  <dgm:cxnLst>
    <dgm:cxn modelId="{777C7715-FE23-B83C-881A-B68874E31C0D}" srcId="0" destId="{676B8BB8-4CE7-267D-D520-DECA4811C8F1}" srcOrd="0" destOrd="0" parTransId="{4B54BE3E-8824-0F0C-8816-977EAC1FF1A1}" sibTransId="{BF792F85-12EE-C194-EEC2-59D8816C9DB9}"/>
    <dgm:cxn modelId="{A0011C07-9794-2091-CE3A-6B7555144A3B}" srcId="0" destId="{0480A93D-2E9B-094B-89E0-8E01976089AC}" srcOrd="1" destOrd="0" parTransId="{B964CCA5-D318-A3FB-454E-56D1C9E279D6}" sibTransId="{B420699A-2DDB-E17F-EF19-5D92ACDCD3F5}"/>
    <dgm:cxn modelId="{8C1D252E-3E04-9A35-E9E9-4A2E70C4D289}" srcId="0" destId="{8721D664-EF60-096A-A559-E1AA6C72CAF1}" srcOrd="2" destOrd="0" parTransId="{2ECB2D74-6EAF-4213-0214-A1A202490C85}" sibTransId="{E193203F-16E5-A81A-DA7A-CB1E6263F75B}"/>
    <dgm:cxn modelId="{9A795A5F-BB92-E034-063D-180FCF1DC882}" srcId="0" destId="{88450B08-2EC4-DF2F-DCCD-3A626C6E489B}" srcOrd="3" destOrd="0" parTransId="{23D5B1E2-ACC6-204A-08B0-A46EFC43859C}" sibTransId="{75A33DC7-D312-45BE-114C-E13F373CFA47}"/>
    <dgm:cxn modelId="{405B4841-6753-9D78-1CCF-C7EDFFDD41B1}" type="presOf" srcId="0" destId="{676B8BB8-4CE7-267D-D520-DECA4811C8F1}" srcOrd="0" destOrd="0"/>
  </dgm:cxnLst>
  <dgm:bg/>
  <dgm:whole/>
  <dgm:extLst>
    <dgm:ext uri="preserve-smartart">
      <keep xmlns="urn:test">未知数据扩展</keep>
    </dgm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0" type="doc">
      <dgm:prSet/>
      <dgm:spPr/>
    </dgm:pt>
    <dgm:pt modelId="{676B8BB8-4CE7-267D-D520-DECA4811C8F1}">
      <dgm:prSet/>
      <dgm:spPr/>
      <dgm:t>
        <a:bodyPr/>
        <a:lstStyle/>
        <a:p>
          <a:r>
            <a:rPr lang="zh-CN" sz="1400"/>
            <a:t>战略</a:t>
          </a:r>
        </a:p>
      </dgm:t>
    </dgm:pt>
    <dgm:pt modelId="{4B54BE3E-8824-0F0C-8816-977EAC1FF1A1}" type="parTrans" cxnId="{777C7715-FE23-B83C-881A-B68874E31C0D}">
      <dgm:prSet/>
      <dgm:spPr/>
    </dgm:pt>
    <dgm:pt modelId="{BF792F85-12EE-C194-EEC2-59D8816C9DB9}" type="sibTrans" cxnId="{777C7715-FE23-B83C-881A-B68874E31C0D}">
      <dgm:prSet/>
      <dgm:spPr/>
    </dgm:pt>
    <dgm:pt modelId="{0480A93D-2E9B-094B-89E0-8E01976089AC}">
      <dgm:prSet/>
      <dgm:spPr/>
      <dgm:t>
        <a:bodyPr/>
        <a:lstStyle/>
        <a:p>
          <a:r>
            <a:rPr lang="zh-CN" sz="1400"/>
            <a:t>战术</a:t>
          </a:r>
        </a:p>
      </dgm:t>
    </dgm:pt>
    <dgm:pt modelId="{B964CCA5-D318-A3FB-454E-56D1C9E279D6}" type="parTrans" cxnId="{A0011C07-9794-2091-CE3A-6B7555144A3B}">
      <dgm:prSet/>
      <dgm:spPr/>
    </dgm:pt>
    <dgm:pt modelId="{B420699A-2DDB-E17F-EF19-5D92ACDCD3F5}" type="sibTrans" cxnId="{A0011C07-9794-2091-CE3A-6B7555144A3B}">
      <dgm:prSet/>
      <dgm:spPr/>
    </dgm:pt>
    <dgm:pt modelId="{8721D664-EF60-096A-A559-E1AA6C72CAF1}">
      <dgm:prSet/>
      <dgm:spPr/>
      <dgm:t>
        <a:bodyPr/>
        <a:lstStyle/>
        <a:p>
          <a:r>
            <a:rPr lang="zh-CN" sz="1400"/>
            <a:t>执行</a:t>
          </a:r>
        </a:p>
      </dgm:t>
    </dgm:pt>
    <dgm:pt modelId="{2ECB2D74-6EAF-4213-0214-A1A202490C85}" type="parTrans" cxnId="{8C1D252E-3E04-9A35-E9E9-4A2E70C4D289}">
      <dgm:prSet/>
      <dgm:spPr/>
    </dgm:pt>
    <dgm:pt modelId="{E193203F-16E5-A81A-DA7A-CB1E6263F75B}" type="sibTrans" cxnId="{8C1D252E-3E04-9A35-E9E9-4A2E70C4D289}">
      <dgm:prSet/>
      <dgm:spPr/>
    </dgm:pt>
  </dgm:ptLst>
  <dgm:cxnLst>
    <dgm:cxn modelId="{777C7715-FE23-B83C-881A-B68874E31C0D}" srcId="0" destId="{676B8BB8-4CE7-267D-D520-DECA4811C8F1}" srcOrd="0" destOrd="0" parTransId="{4B54BE3E-8824-0F0C-8816-977EAC1FF1A1}" sibTransId="{BF792F85-12EE-C194-EEC2-59D8816C9DB9}"/>
    <dgm:cxn modelId="{A0011C07-9794-2091-CE3A-6B7555144A3B}" srcId="0" destId="{0480A93D-2E9B-094B-89E0-8E01976089AC}" srcOrd="1" destOrd="0" parTransId="{B964CCA5-D318-A3FB-454E-56D1C9E279D6}" sibTransId="{B420699A-2DDB-E17F-EF19-5D92ACDCD3F5}"/>
    <dgm:cxn modelId="{8C1D252E-3E04-9A35-E9E9-4A2E70C4D289}" srcId="0" destId="{8721D664-EF60-096A-A559-E1AA6C72CAF1}" srcOrd="2" destOrd="0" parTransId="{2ECB2D74-6EAF-4213-0214-A1A202490C85}" sibTransId="{E193203F-16E5-A81A-DA7A-CB1E6263F75B}"/>
    <dgm:cxn modelId="{405B4841-6753-9D78-1CCF-C7EDFFDD41B1}" type="presOf" srcId="0" destId="{676B8BB8-4CE7-267D-D520-DECA4811C8F1}" srcOrd="0" destOrd="0"/>
  </dgm:cxnLst>
  <dgm:bg/>
  <dgm:whole/>
  <dgm:extLst>
    <dgm:ext uri="preserve-smartart">
      <keep xmlns="urn:test">未知数据扩展</keep>
    </dgm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0" type="doc">
      <dgm:prSet/>
      <dgm:spPr/>
    </dgm:pt>
    <dgm:pt modelId="{676B8BB8-4CE7-267D-D520-DECA4811C8F1}">
      <dgm:prSet/>
      <dgm:spPr/>
      <dgm:t>
        <a:bodyPr/>
        <a:lstStyle/>
        <a:p>
          <a:r>
            <a:rPr lang="zh-CN" sz="1400"/>
            <a:t>CEO</a:t>
          </a:r>
        </a:p>
      </dgm:t>
    </dgm:pt>
    <dgm:pt modelId="{4B54BE3E-8824-0F0C-8816-977EAC1FF1A1}" type="parTrans" cxnId="{777C7715-FE23-B83C-881A-B68874E31C0D}">
      <dgm:prSet/>
      <dgm:spPr/>
    </dgm:pt>
    <dgm:pt modelId="{BF792F85-12EE-C194-EEC2-59D8816C9DB9}" type="sibTrans" cxnId="{777C7715-FE23-B83C-881A-B68874E31C0D}">
      <dgm:prSet/>
      <dgm:spPr/>
    </dgm:pt>
    <dgm:pt modelId="{0480A93D-2E9B-094B-89E0-8E01976089AC}">
      <dgm:prSet/>
      <dgm:spPr/>
      <dgm:t>
        <a:bodyPr/>
        <a:lstStyle/>
        <a:p>
          <a:r>
            <a:rPr lang="zh-CN" sz="1400"/>
            <a:t>研发</a:t>
          </a:r>
        </a:p>
      </dgm:t>
    </dgm:pt>
    <dgm:pt modelId="{B964CCA5-D318-A3FB-454E-56D1C9E279D6}" type="parTrans" cxnId="{A0011C07-9794-2091-CE3A-6B7555144A3B}">
      <dgm:prSet/>
      <dgm:spPr/>
    </dgm:pt>
    <dgm:pt modelId="{B420699A-2DDB-E17F-EF19-5D92ACDCD3F5}" type="sibTrans" cxnId="{A0011C07-9794-2091-CE3A-6B7555144A3B}">
      <dgm:prSet/>
      <dgm:spPr/>
    </dgm:pt>
    <dgm:pt modelId="{8721D664-EF60-096A-A559-E1AA6C72CAF1}">
      <dgm:prSet/>
      <dgm:spPr/>
      <dgm:t>
        <a:bodyPr/>
        <a:lstStyle/>
        <a:p>
          <a:r>
            <a:rPr lang="zh-CN" sz="1400"/>
            <a:t>前端</a:t>
          </a:r>
        </a:p>
      </dgm:t>
    </dgm:pt>
    <dgm:pt modelId="{2ECB2D74-6EAF-4213-0214-A1A202490C85}" type="parTrans" cxnId="{8C1D252E-3E04-9A35-E9E9-4A2E70C4D289}">
      <dgm:prSet/>
      <dgm:spPr/>
    </dgm:pt>
    <dgm:pt modelId="{E193203F-16E5-A81A-DA7A-CB1E6263F75B}" type="sibTrans" cxnId="{8C1D252E-3E04-9A35-E9E9-4A2E70C4D289}">
      <dgm:prSet/>
      <dgm:spPr/>
    </dgm:pt>
    <dgm:pt modelId="{88450B08-2EC4-DF2F-DCCD-3A626C6E489B}">
      <dgm:prSet/>
      <dgm:spPr/>
      <dgm:t>
        <a:bodyPr/>
        <a:lstStyle/>
        <a:p>
          <a:r>
            <a:rPr lang="zh-CN" sz="1400"/>
            <a:t>后端</a:t>
          </a:r>
        </a:p>
      </dgm:t>
    </dgm:pt>
    <dgm:pt modelId="{23D5B1E2-ACC6-204A-08B0-A46EFC43859C}" type="parTrans" cxnId="{9A795A5F-BB92-E034-063D-180FCF1DC882}">
      <dgm:prSet/>
      <dgm:spPr/>
    </dgm:pt>
    <dgm:pt modelId="{75A33DC7-D312-45BE-114C-E13F373CFA47}" type="sibTrans" cxnId="{9A795A5F-BB92-E034-063D-180FCF1DC882}">
      <dgm:prSet/>
      <dgm:spPr/>
    </dgm:pt>
    <dgm:pt modelId="{4A8456F1-0E37-6897-78CE-F532AB6A7374}">
      <dgm:prSet/>
      <dgm:spPr/>
      <dgm:t>
        <a:bodyPr/>
        <a:lstStyle/>
        <a:p>
          <a:r>
            <a:rPr lang="zh-CN" sz="1400"/>
            <a:t>市场</a:t>
          </a:r>
        </a:p>
      </dgm:t>
    </dgm:pt>
    <dgm:pt modelId="{AA90E599-BCAE-0EA2-E1DD-391FC8A5AE74}" type="parTrans" cxnId="{5D498542-7588-3947-C0D0-BC75B4A655BC}">
      <dgm:prSet/>
      <dgm:spPr/>
    </dgm:pt>
    <dgm:pt modelId="{8D06E3C4-C98F-56FA-F0E8-14727A9DDF13}" type="sibTrans" cxnId="{5D498542-7588-3947-C0D0-BC75B4A655BC}">
      <dgm:prSet/>
      <dgm:spPr/>
    </dgm:pt>
  </dgm:ptLst>
  <dgm:cxnLst>
    <dgm:cxn modelId="{777C7715-FE23-B83C-881A-B68874E31C0D}" srcId="0" destId="{676B8BB8-4CE7-267D-D520-DECA4811C8F1}" srcOrd="0" destOrd="0" parTransId="{4B54BE3E-8824-0F0C-8816-977EAC1FF1A1}" sibTransId="{BF792F85-12EE-C194-EEC2-59D8816C9DB9}"/>
    <dgm:cxn modelId="{A0011C07-9794-2091-CE3A-6B7555144A3B}" srcId="{676B8BB8-4CE7-267D-D520-DECA4811C8F1}" destId="{0480A93D-2E9B-094B-89E0-8E01976089AC}" srcOrd="0" destOrd="0" parTransId="{B964CCA5-D318-A3FB-454E-56D1C9E279D6}" sibTransId="{B420699A-2DDB-E17F-EF19-5D92ACDCD3F5}"/>
    <dgm:cxn modelId="{8C1D252E-3E04-9A35-E9E9-4A2E70C4D289}" srcId="{0480A93D-2E9B-094B-89E0-8E01976089AC}" destId="{8721D664-EF60-096A-A559-E1AA6C72CAF1}" srcOrd="0" destOrd="0" parTransId="{2ECB2D74-6EAF-4213-0214-A1A202490C85}" sibTransId="{E193203F-16E5-A81A-DA7A-CB1E6263F75B}"/>
    <dgm:cxn modelId="{9A795A5F-BB92-E034-063D-180FCF1DC882}" srcId="{0480A93D-2E9B-094B-89E0-8E01976089AC}" destId="{88450B08-2EC4-DF2F-DCCD-3A626C6E489B}" srcOrd="1" destOrd="0" parTransId="{23D5B1E2-ACC6-204A-08B0-A46EFC43859C}" sibTransId="{75A33DC7-D312-45BE-114C-E13F373CFA47}"/>
    <dgm:cxn modelId="{5D498542-7588-3947-C0D0-BC75B4A655BC}" srcId="{676B8BB8-4CE7-267D-D520-DECA4811C8F1}" destId="{4A8456F1-0E37-6897-78CE-F532AB6A7374}" srcOrd="1" destOrd="0" parTransId="{AA90E599-BCAE-0EA2-E1DD-391FC8A5AE74}" sibTransId="{8D06E3C4-C98F-56FA-F0E8-14727A9DDF13}"/>
    <dgm:cxn modelId="{405B4841-6753-9D78-1CCF-C7EDFFDD41B1}" type="presOf" srcId="0" destId="{676B8BB8-4CE7-267D-D520-DECA4811C8F1}" srcOrd="0" destOrd="0"/>
  </dgm:cxnLst>
  <dgm:bg/>
  <dgm:whole/>
  <dgm:extLst>
    <dgm:ext uri="preserve-smartart">
      <keep xmlns="urn:test">未知数据扩展</keep>
    </dgm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0" type="doc">
      <dgm:prSet/>
      <dgm:spPr/>
    </dgm:pt>
    <dgm:pt modelId="{676B8BB8-4CE7-267D-D520-DECA4811C8F1}">
      <dgm:prSet/>
      <dgm:spPr/>
      <dgm:t>
        <a:bodyPr/>
        <a:lstStyle/>
        <a:p>
          <a:r>
            <a:rPr lang="zh-CN" sz="1400"/>
            <a:t>第一条</a:t>
          </a:r>
        </a:p>
      </dgm:t>
    </dgm:pt>
    <dgm:pt modelId="{4B54BE3E-8824-0F0C-8816-977EAC1FF1A1}" type="parTrans" cxnId="{777C7715-FE23-B83C-881A-B68874E31C0D}">
      <dgm:prSet/>
      <dgm:spPr/>
    </dgm:pt>
    <dgm:pt modelId="{BF792F85-12EE-C194-EEC2-59D8816C9DB9}" type="sibTrans" cxnId="{777C7715-FE23-B83C-881A-B68874E31C0D}">
      <dgm:prSet/>
      <dgm:spPr/>
    </dgm:pt>
    <dgm:pt modelId="{0480A93D-2E9B-094B-89E0-8E01976089AC}">
      <dgm:prSet/>
      <dgm:spPr/>
      <dgm:t>
        <a:bodyPr/>
        <a:lstStyle/>
        <a:p>
          <a:r>
            <a:rPr lang="zh-CN" sz="1400"/>
            <a:t>第二条</a:t>
          </a:r>
        </a:p>
      </dgm:t>
    </dgm:pt>
    <dgm:pt modelId="{B964CCA5-D318-A3FB-454E-56D1C9E279D6}" type="parTrans" cxnId="{A0011C07-9794-2091-CE3A-6B7555144A3B}">
      <dgm:prSet/>
      <dgm:spPr/>
    </dgm:pt>
    <dgm:pt modelId="{B420699A-2DDB-E17F-EF19-5D92ACDCD3F5}" type="sibTrans" cxnId="{A0011C07-9794-2091-CE3A-6B7555144A3B}">
      <dgm:prSet/>
      <dgm:spPr/>
    </dgm:pt>
    <dgm:pt modelId="{8721D664-EF60-096A-A559-E1AA6C72CAF1}">
      <dgm:prSet/>
      <dgm:spPr/>
      <dgm:t>
        <a:bodyPr/>
        <a:lstStyle/>
        <a:p>
          <a:r>
            <a:rPr lang="zh-CN" sz="1400"/>
            <a:t>第三条</a:t>
          </a:r>
        </a:p>
      </dgm:t>
    </dgm:pt>
    <dgm:pt modelId="{2ECB2D74-6EAF-4213-0214-A1A202490C85}" type="parTrans" cxnId="{8C1D252E-3E04-9A35-E9E9-4A2E70C4D289}">
      <dgm:prSet/>
      <dgm:spPr/>
    </dgm:pt>
    <dgm:pt modelId="{E193203F-16E5-A81A-DA7A-CB1E6263F75B}" type="sibTrans" cxnId="{8C1D252E-3E04-9A35-E9E9-4A2E70C4D289}">
      <dgm:prSet/>
      <dgm:spPr/>
    </dgm:pt>
  </dgm:ptLst>
  <dgm:cxnLst>
    <dgm:cxn modelId="{777C7715-FE23-B83C-881A-B68874E31C0D}" srcId="0" destId="{676B8BB8-4CE7-267D-D520-DECA4811C8F1}" srcOrd="0" destOrd="0" parTransId="{4B54BE3E-8824-0F0C-8816-977EAC1FF1A1}" sibTransId="{BF792F85-12EE-C194-EEC2-59D8816C9DB9}"/>
    <dgm:cxn modelId="{A0011C07-9794-2091-CE3A-6B7555144A3B}" srcId="0" destId="{0480A93D-2E9B-094B-89E0-8E01976089AC}" srcOrd="1" destOrd="0" parTransId="{B964CCA5-D318-A3FB-454E-56D1C9E279D6}" sibTransId="{B420699A-2DDB-E17F-EF19-5D92ACDCD3F5}"/>
    <dgm:cxn modelId="{8C1D252E-3E04-9A35-E9E9-4A2E70C4D289}" srcId="0" destId="{8721D664-EF60-096A-A559-E1AA6C72CAF1}" srcOrd="2" destOrd="0" parTransId="{2ECB2D74-6EAF-4213-0214-A1A202490C85}" sibTransId="{E193203F-16E5-A81A-DA7A-CB1E6263F75B}"/>
    <dgm:cxn modelId="{405B4841-6753-9D78-1CCF-C7EDFFDD41B1}" type="presOf" srcId="0" destId="{676B8BB8-4CE7-267D-D520-DECA4811C8F1}" srcOrd="0" destOrd="0"/>
  </dgm:cxnLst>
  <dgm:bg/>
  <dgm:whole/>
  <dgm:extLst>
    <dgm:ext uri="preserve-smartart">
      <keep xmlns="urn:test">未知数据扩展</keep>
    </dgm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0" type="doc">
      <dgm:prSet/>
      <dgm:spPr/>
    </dgm:pt>
    <dgm:pt modelId="{676B8BB8-4CE7-267D-D520-DECA4811C8F1}">
      <dgm:prSet/>
      <dgm:spPr/>
      <dgm:t>
        <a:bodyPr/>
        <a:lstStyle/>
        <a:p>
          <a:r>
            <a:rPr lang="zh-CN" sz="1400"/>
            <a:t>左上</a:t>
          </a:r>
        </a:p>
      </dgm:t>
    </dgm:pt>
    <dgm:pt modelId="{4B54BE3E-8824-0F0C-8816-977EAC1FF1A1}" type="parTrans" cxnId="{777C7715-FE23-B83C-881A-B68874E31C0D}">
      <dgm:prSet/>
      <dgm:spPr/>
    </dgm:pt>
    <dgm:pt modelId="{BF792F85-12EE-C194-EEC2-59D8816C9DB9}" type="sibTrans" cxnId="{777C7715-FE23-B83C-881A-B68874E31C0D}">
      <dgm:prSet/>
      <dgm:spPr/>
    </dgm:pt>
    <dgm:pt modelId="{0480A93D-2E9B-094B-89E0-8E01976089AC}">
      <dgm:prSet/>
      <dgm:spPr/>
      <dgm:t>
        <a:bodyPr/>
        <a:lstStyle/>
        <a:p>
          <a:r>
            <a:rPr lang="zh-CN" sz="1400"/>
            <a:t>右上</a:t>
          </a:r>
        </a:p>
      </dgm:t>
    </dgm:pt>
    <dgm:pt modelId="{B964CCA5-D318-A3FB-454E-56D1C9E279D6}" type="parTrans" cxnId="{A0011C07-9794-2091-CE3A-6B7555144A3B}">
      <dgm:prSet/>
      <dgm:spPr/>
    </dgm:pt>
    <dgm:pt modelId="{B420699A-2DDB-E17F-EF19-5D92ACDCD3F5}" type="sibTrans" cxnId="{A0011C07-9794-2091-CE3A-6B7555144A3B}">
      <dgm:prSet/>
      <dgm:spPr/>
    </dgm:pt>
    <dgm:pt modelId="{8721D664-EF60-096A-A559-E1AA6C72CAF1}">
      <dgm:prSet/>
      <dgm:spPr/>
      <dgm:t>
        <a:bodyPr/>
        <a:lstStyle/>
        <a:p>
          <a:r>
            <a:rPr lang="zh-CN" sz="1400"/>
            <a:t>左下</a:t>
          </a:r>
        </a:p>
      </dgm:t>
    </dgm:pt>
    <dgm:pt modelId="{2ECB2D74-6EAF-4213-0214-A1A202490C85}" type="parTrans" cxnId="{8C1D252E-3E04-9A35-E9E9-4A2E70C4D289}">
      <dgm:prSet/>
      <dgm:spPr/>
    </dgm:pt>
    <dgm:pt modelId="{E193203F-16E5-A81A-DA7A-CB1E6263F75B}" type="sibTrans" cxnId="{8C1D252E-3E04-9A35-E9E9-4A2E70C4D289}">
      <dgm:prSet/>
      <dgm:spPr/>
    </dgm:pt>
    <dgm:pt modelId="{88450B08-2EC4-DF2F-DCCD-3A626C6E489B}">
      <dgm:prSet/>
      <dgm:spPr/>
      <dgm:t>
        <a:bodyPr/>
        <a:lstStyle/>
        <a:p>
          <a:r>
            <a:rPr lang="zh-CN" sz="1400"/>
            <a:t>右下</a:t>
          </a:r>
        </a:p>
      </dgm:t>
    </dgm:pt>
    <dgm:pt modelId="{23D5B1E2-ACC6-204A-08B0-A46EFC43859C}" type="parTrans" cxnId="{9A795A5F-BB92-E034-063D-180FCF1DC882}">
      <dgm:prSet/>
      <dgm:spPr/>
    </dgm:pt>
    <dgm:pt modelId="{75A33DC7-D312-45BE-114C-E13F373CFA47}" type="sibTrans" cxnId="{9A795A5F-BB92-E034-063D-180FCF1DC882}">
      <dgm:prSet/>
      <dgm:spPr/>
    </dgm:pt>
  </dgm:ptLst>
  <dgm:cxnLst>
    <dgm:cxn modelId="{777C7715-FE23-B83C-881A-B68874E31C0D}" srcId="0" destId="{676B8BB8-4CE7-267D-D520-DECA4811C8F1}" srcOrd="0" destOrd="0" parTransId="{4B54BE3E-8824-0F0C-8816-977EAC1FF1A1}" sibTransId="{BF792F85-12EE-C194-EEC2-59D8816C9DB9}"/>
    <dgm:cxn modelId="{A0011C07-9794-2091-CE3A-6B7555144A3B}" srcId="0" destId="{0480A93D-2E9B-094B-89E0-8E01976089AC}" srcOrd="1" destOrd="0" parTransId="{B964CCA5-D318-A3FB-454E-56D1C9E279D6}" sibTransId="{B420699A-2DDB-E17F-EF19-5D92ACDCD3F5}"/>
    <dgm:cxn modelId="{8C1D252E-3E04-9A35-E9E9-4A2E70C4D289}" srcId="0" destId="{8721D664-EF60-096A-A559-E1AA6C72CAF1}" srcOrd="2" destOrd="0" parTransId="{2ECB2D74-6EAF-4213-0214-A1A202490C85}" sibTransId="{E193203F-16E5-A81A-DA7A-CB1E6263F75B}"/>
    <dgm:cxn modelId="{9A795A5F-BB92-E034-063D-180FCF1DC882}" srcId="0" destId="{88450B08-2EC4-DF2F-DCCD-3A626C6E489B}" srcOrd="3" destOrd="0" parTransId="{23D5B1E2-ACC6-204A-08B0-A46EFC43859C}" sibTransId="{75A33DC7-D312-45BE-114C-E13F373CFA47}"/>
    <dgm:cxn modelId="{405B4841-6753-9D78-1CCF-C7EDFFDD41B1}" type="presOf" srcId="0" destId="{676B8BB8-4CE7-267D-D520-DECA4811C8F1}" srcOrd="0" destOrd="0"/>
  </dgm:cxnLst>
  <dgm:bg/>
  <dgm:whole/>
  <dgm:extLst>
    <dgm:ext uri="preserve-smartart">
      <keep xmlns="urn:test">未知数据扩展</keep>
    </dgm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0" type="doc">
      <dgm:prSet/>
      <dgm:spPr/>
    </dgm:pt>
    <dgm:pt modelId="{676B8BB8-4CE7-267D-D520-DECA4811C8F1}">
      <dgm:prSet/>
      <dgm:spPr/>
      <dgm:t>
        <a:bodyPr/>
        <a:lstStyle/>
        <a:p>
          <a:r>
            <a:rPr lang="zh-CN" sz="1400"/>
            <a:t>中心</a:t>
          </a:r>
        </a:p>
      </dgm:t>
    </dgm:pt>
    <dgm:pt modelId="{4B54BE3E-8824-0F0C-8816-977EAC1FF1A1}" type="parTrans" cxnId="{777C7715-FE23-B83C-881A-B68874E31C0D}">
      <dgm:prSet/>
      <dgm:spPr/>
    </dgm:pt>
    <dgm:pt modelId="{BF792F85-12EE-C194-EEC2-59D8816C9DB9}" type="sibTrans" cxnId="{777C7715-FE23-B83C-881A-B68874E31C0D}">
      <dgm:prSet/>
      <dgm:spPr/>
    </dgm:pt>
    <dgm:pt modelId="{0480A93D-2E9B-094B-89E0-8E01976089AC}">
      <dgm:prSet/>
      <dgm:spPr/>
      <dgm:t>
        <a:bodyPr/>
        <a:lstStyle/>
        <a:p>
          <a:r>
            <a:rPr lang="zh-CN" sz="1400"/>
            <a:t>北</a:t>
          </a:r>
        </a:p>
      </dgm:t>
    </dgm:pt>
    <dgm:pt modelId="{B964CCA5-D318-A3FB-454E-56D1C9E279D6}" type="parTrans" cxnId="{A0011C07-9794-2091-CE3A-6B7555144A3B}">
      <dgm:prSet/>
      <dgm:spPr/>
    </dgm:pt>
    <dgm:pt modelId="{B420699A-2DDB-E17F-EF19-5D92ACDCD3F5}" type="sibTrans" cxnId="{A0011C07-9794-2091-CE3A-6B7555144A3B}">
      <dgm:prSet/>
      <dgm:spPr/>
    </dgm:pt>
    <dgm:pt modelId="{8721D664-EF60-096A-A559-E1AA6C72CAF1}">
      <dgm:prSet/>
      <dgm:spPr/>
      <dgm:t>
        <a:bodyPr/>
        <a:lstStyle/>
        <a:p>
          <a:r>
            <a:rPr lang="zh-CN" sz="1400"/>
            <a:t>东</a:t>
          </a:r>
        </a:p>
      </dgm:t>
    </dgm:pt>
    <dgm:pt modelId="{2ECB2D74-6EAF-4213-0214-A1A202490C85}" type="parTrans" cxnId="{8C1D252E-3E04-9A35-E9E9-4A2E70C4D289}">
      <dgm:prSet/>
      <dgm:spPr/>
    </dgm:pt>
    <dgm:pt modelId="{E193203F-16E5-A81A-DA7A-CB1E6263F75B}" type="sibTrans" cxnId="{8C1D252E-3E04-9A35-E9E9-4A2E70C4D289}">
      <dgm:prSet/>
      <dgm:spPr/>
    </dgm:pt>
    <dgm:pt modelId="{88450B08-2EC4-DF2F-DCCD-3A626C6E489B}">
      <dgm:prSet/>
      <dgm:spPr/>
      <dgm:t>
        <a:bodyPr/>
        <a:lstStyle/>
        <a:p>
          <a:r>
            <a:rPr lang="zh-CN" sz="1400"/>
            <a:t>南</a:t>
          </a:r>
        </a:p>
      </dgm:t>
    </dgm:pt>
    <dgm:pt modelId="{23D5B1E2-ACC6-204A-08B0-A46EFC43859C}" type="parTrans" cxnId="{9A795A5F-BB92-E034-063D-180FCF1DC882}">
      <dgm:prSet/>
      <dgm:spPr/>
    </dgm:pt>
    <dgm:pt modelId="{75A33DC7-D312-45BE-114C-E13F373CFA47}" type="sibTrans" cxnId="{9A795A5F-BB92-E034-063D-180FCF1DC882}">
      <dgm:prSet/>
      <dgm:spPr/>
    </dgm:pt>
    <dgm:pt modelId="{4A8456F1-0E37-6897-78CE-F532AB6A7374}">
      <dgm:prSet/>
      <dgm:spPr/>
      <dgm:t>
        <a:bodyPr/>
        <a:lstStyle/>
        <a:p>
          <a:r>
            <a:rPr lang="zh-CN" sz="1400"/>
            <a:t>西</a:t>
          </a:r>
        </a:p>
      </dgm:t>
    </dgm:pt>
    <dgm:pt modelId="{AA90E599-BCAE-0EA2-E1DD-391FC8A5AE74}" type="parTrans" cxnId="{5D498542-7588-3947-C0D0-BC75B4A655BC}">
      <dgm:prSet/>
      <dgm:spPr/>
    </dgm:pt>
    <dgm:pt modelId="{8D06E3C4-C98F-56FA-F0E8-14727A9DDF13}" type="sibTrans" cxnId="{5D498542-7588-3947-C0D0-BC75B4A655BC}">
      <dgm:prSet/>
      <dgm:spPr/>
    </dgm:pt>
  </dgm:ptLst>
  <dgm:cxnLst>
    <dgm:cxn modelId="{777C7715-FE23-B83C-881A-B68874E31C0D}" srcId="0" destId="{676B8BB8-4CE7-267D-D520-DECA4811C8F1}" srcOrd="0" destOrd="0" parTransId="{4B54BE3E-8824-0F0C-8816-977EAC1FF1A1}" sibTransId="{BF792F85-12EE-C194-EEC2-59D8816C9DB9}"/>
    <dgm:cxn modelId="{A0011C07-9794-2091-CE3A-6B7555144A3B}" srcId="{676B8BB8-4CE7-267D-D520-DECA4811C8F1}" destId="{0480A93D-2E9B-094B-89E0-8E01976089AC}" srcOrd="0" destOrd="0" parTransId="{B964CCA5-D318-A3FB-454E-56D1C9E279D6}" sibTransId="{B420699A-2DDB-E17F-EF19-5D92ACDCD3F5}"/>
    <dgm:cxn modelId="{8C1D252E-3E04-9A35-E9E9-4A2E70C4D289}" srcId="{676B8BB8-4CE7-267D-D520-DECA4811C8F1}" destId="{8721D664-EF60-096A-A559-E1AA6C72CAF1}" srcOrd="1" destOrd="0" parTransId="{2ECB2D74-6EAF-4213-0214-A1A202490C85}" sibTransId="{E193203F-16E5-A81A-DA7A-CB1E6263F75B}"/>
    <dgm:cxn modelId="{9A795A5F-BB92-E034-063D-180FCF1DC882}" srcId="{676B8BB8-4CE7-267D-D520-DECA4811C8F1}" destId="{88450B08-2EC4-DF2F-DCCD-3A626C6E489B}" srcOrd="2" destOrd="0" parTransId="{23D5B1E2-ACC6-204A-08B0-A46EFC43859C}" sibTransId="{75A33DC7-D312-45BE-114C-E13F373CFA47}"/>
    <dgm:cxn modelId="{5D498542-7588-3947-C0D0-BC75B4A655BC}" srcId="{676B8BB8-4CE7-267D-D520-DECA4811C8F1}" destId="{4A8456F1-0E37-6897-78CE-F532AB6A7374}" srcOrd="3" destOrd="0" parTransId="{AA90E599-BCAE-0EA2-E1DD-391FC8A5AE74}" sibTransId="{8D06E3C4-C98F-56FA-F0E8-14727A9DDF13}"/>
    <dgm:cxn modelId="{405B4841-6753-9D78-1CCF-C7EDFFDD41B1}" type="presOf" srcId="0" destId="{676B8BB8-4CE7-267D-D520-DECA4811C8F1}" srcOrd="0" destOrd="0"/>
  </dgm:cxnLst>
  <dgm:bg/>
  <dgm:whole/>
  <dgm:extLst>
    <dgm:ext uri="preserve-smartart">
      <keep xmlns="urn:test">未知数据扩展</keep>
    </dgm:ext>
  </dgm:extLst>
</dgm:dataModel>
</file>

<file path=ppt/diagrams/drawing1.xml><?xml version="1.0" encoding="utf-8"?>
<dsp:drawing xmlns:dsp="http://schemas.microsoft.com/office/drawing/2008/diagram" xmlns:a="http://schemas.openxmlformats.org/drawingml/2006/main">
  <dsp:spTree>
    <dsp:nvGrpSpPr>
      <dsp:cNvPr id="0" name=""/>
      <dsp:cNvGrpSpPr/>
    </dsp:nvGrpSpPr>
    <dsp:grpSpPr/>
    <dsp:sp>
      <dsp:nvSpPr>
        <dsp:cNvPr id="1" name="cached0"/>
        <dsp:cNvSpPr/>
      </dsp:nvSpPr>
      <dsp:spPr>
        <a:xfrm>
          <a:off x="190500" y="381000"/>
          <a:ext cx="1809750" cy="1143000"/>
        </a:xfrm>
        <a:prstGeom prst="hexagon">
          <a:avLst/>
        </a:prstGeom>
        <a:solidFill>
          <a:schemeClr val="accent1"/>
        </a:solidFill>
      </dsp:spPr>
      <dsp:txBody>
        <a:bodyPr anchor="ctr"/>
        <a:lstStyle/>
        <a:p>
          <a:pPr algn="ctr"/>
          <a:r>
            <a:rPr sz="1400" b="1">
              <a:solidFill>
                <a:srgbClr val="FFFFFF"/>
              </a:solidFill>
            </a:rPr>
            <a:t>缓存A</a:t>
          </a:r>
        </a:p>
      </dsp:txBody>
    </dsp:sp>
    <dsp:sp>
      <dsp:nvSpPr>
        <dsp:cNvPr id="2" name="cached1"/>
        <dsp:cNvSpPr/>
      </dsp:nvSpPr>
      <dsp:spPr>
        <a:xfrm>
          <a:off x="2190750" y="381000"/>
          <a:ext cx="1809750" cy="1143000"/>
        </a:xfrm>
        <a:prstGeom prst="hexagon">
          <a:avLst/>
        </a:prstGeom>
        <a:solidFill>
          <a:schemeClr val="accent2"/>
        </a:solidFill>
      </dsp:spPr>
      <dsp:txBody>
        <a:bodyPr anchor="ctr"/>
        <a:lstStyle/>
        <a:p>
          <a:pPr algn="ctr"/>
          <a:r>
            <a:rPr sz="1400" b="1">
              <a:solidFill>
                <a:srgbClr val="FFFFFF"/>
              </a:solidFill>
            </a:rPr>
            <a:t>缓存B</a:t>
          </a:r>
        </a:p>
      </dsp:txBody>
    </dsp:sp>
    <dsp:sp>
      <dsp:nvSpPr>
        <dsp:cNvPr id="3" name="cached2"/>
        <dsp:cNvSpPr/>
      </dsp:nvSpPr>
      <dsp:spPr>
        <a:xfrm>
          <a:off x="4191000" y="381000"/>
          <a:ext cx="1809750" cy="1143000"/>
        </a:xfrm>
        <a:prstGeom prst="hexagon">
          <a:avLst/>
        </a:prstGeom>
        <a:solidFill>
          <a:schemeClr val="accent3"/>
        </a:solidFill>
      </dsp:spPr>
      <dsp:txBody>
        <a:bodyPr anchor="ctr"/>
        <a:lstStyle/>
        <a:p>
          <a:pPr algn="ctr"/>
          <a:r>
            <a:rPr sz="1400" b="1">
              <a:solidFill>
                <a:srgbClr val="FFFFFF"/>
              </a:solidFill>
            </a:rPr>
            <a:t>缓存C</a:t>
          </a:r>
        </a:p>
      </dsp:txBody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layoutNode name="root">
    <dgm:alg type="lin"/>
    <dgm:shape xmlns:r="http://schemas.openxmlformats.org/officeDocument/2006/relationships" type="none"/>
    <dgm:presOf/>
    <dgm:constrLst/>
    <dgm:ruleLst/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layoutNode name="root">
    <dgm:alg type="lin"/>
    <dgm:shape xmlns:r="http://schemas.openxmlformats.org/officeDocument/2006/relationships" type="none"/>
    <dgm:presOf/>
    <dgm:constrLst/>
    <dgm:ruleLst/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layoutNode name="root">
    <dgm:alg type="cycle"/>
    <dgm:shape xmlns:r="http://schemas.openxmlformats.org/officeDocument/2006/relationships" type="none"/>
    <dgm:presOf/>
    <dgm:constrLst/>
    <dgm:ruleLst/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layoutNode name="root">
    <dgm:alg type="pyra"/>
    <dgm:shape xmlns:r="http://schemas.openxmlformats.org/officeDocument/2006/relationships" type="none"/>
    <dgm:presOf/>
    <dgm:constrLst/>
    <dgm:ruleLst/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layoutNode name="root">
    <dgm:alg type="hierRoot"/>
    <dgm:shape xmlns:r="http://schemas.openxmlformats.org/officeDocument/2006/relationships" type="none"/>
    <dgm:presOf/>
    <dgm:constrLst/>
    <dgm:ruleLst/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layoutNode name="root">
    <dgm:alg type="lin">
      <dgm:param type="linDir" val="fromT"/>
    </dgm:alg>
    <dgm:shape xmlns:r="http://schemas.openxmlformats.org/officeDocument/2006/relationships" type="none"/>
    <dgm:presOf/>
    <dgm:constrLst/>
    <dgm:ruleLst/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layoutNode name="root">
    <dgm:alg type="snake"/>
    <dgm:shape xmlns:r="http://schemas.openxmlformats.org/officeDocument/2006/relationships" type="none"/>
    <dgm:presOf/>
    <dgm:constrLst/>
    <dgm:ruleLst/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layoutNode name="root">
    <dgm:alg type="sp"/>
    <dgm:shape xmlns:r="http://schemas.openxmlformats.org/officeDocument/2006/relationships" type="none"/>
    <dgm:presOf/>
    <dgm:constrLst/>
    <dgm:ruleLst/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test/style">
  <dgm:title val=""/>
  <dgm:desc val=""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/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test/style">
  <dgm:title val=""/>
  <dgm:desc val=""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/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test/style">
  <dgm:title val=""/>
  <dgm:desc val=""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/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test/style">
  <dgm:title val=""/>
  <dgm:desc val=""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/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test/style">
  <dgm:title val=""/>
  <dgm:desc val=""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/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test/style">
  <dgm:title val=""/>
  <dgm:desc val=""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/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test/style">
  <dgm:title val=""/>
  <dgm:desc val=""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/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test/style">
  <dgm:title val=""/>
  <dgm:desc val=""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/>
  </dgm:styleLbl>
</dgm:styleDef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4.xml"/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5.xml"/><Relationship Id="rId3" Type="http://schemas.openxmlformats.org/officeDocument/2006/relationships/diagramLayout" Target="../diagrams/layout5.xml"/><Relationship Id="rId4" Type="http://schemas.openxmlformats.org/officeDocument/2006/relationships/diagramQuickStyle" Target="../diagrams/quickStyle5.xml"/><Relationship Id="rId5" Type="http://schemas.openxmlformats.org/officeDocument/2006/relationships/diagramColors" Target="../diagrams/colors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6.xml"/><Relationship Id="rId3" Type="http://schemas.openxmlformats.org/officeDocument/2006/relationships/diagramLayout" Target="../diagrams/layout6.xml"/><Relationship Id="rId4" Type="http://schemas.openxmlformats.org/officeDocument/2006/relationships/diagramQuickStyle" Target="../diagrams/quickStyle6.xml"/><Relationship Id="rId5" Type="http://schemas.openxmlformats.org/officeDocument/2006/relationships/diagramColors" Target="../diagrams/colors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7.xml"/><Relationship Id="rId3" Type="http://schemas.openxmlformats.org/officeDocument/2006/relationships/diagramLayout" Target="../diagrams/layout7.xml"/><Relationship Id="rId4" Type="http://schemas.openxmlformats.org/officeDocument/2006/relationships/diagramQuickStyle" Target="../diagrams/quickStyle7.xml"/><Relationship Id="rId5" Type="http://schemas.openxmlformats.org/officeDocument/2006/relationships/diagramColors" Target="../diagrams/colors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8.xml"/><Relationship Id="rId3" Type="http://schemas.openxmlformats.org/officeDocument/2006/relationships/diagramLayout" Target="../diagrams/layout8.xml"/><Relationship Id="rId4" Type="http://schemas.openxmlformats.org/officeDocument/2006/relationships/diagramQuickStyle" Target="../diagrams/quickStyle8.xml"/><Relationship Id="rId5" Type="http://schemas.openxmlformats.org/officeDocument/2006/relationships/diagramColors" Target="../diagrams/colors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p"/>
          <p:cNvSpPr/>
          <p:nvPr/>
        </p:nvSpPr>
        <p:spPr>
          <a:xfrm>
            <a:off x="381000" y="228600"/>
            <a:ext cx="8572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600" b="1">
                <a:solidFill>
                  <a:schemeClr val="tx2"/>
                </a:solidFill>
              </a:rPr>
              <a:t>缓存 drawing part（直接读画好的图形）</a:t>
            </a:r>
          </a:p>
        </p:txBody>
      </p:sp>
      <p:graphicFrame>
        <p:nvGraphicFramePr>
          <p:cNvPr id="500" name="SmartArt0"/>
          <p:cNvGraphicFramePr/>
          <p:nvPr/>
        </p:nvGraphicFramePr>
        <p:xfrm>
          <a:off x="1143000" y="952500"/>
          <a:ext cx="9906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 r:dgm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p"/>
          <p:cNvSpPr/>
          <p:nvPr/>
        </p:nvSpPr>
        <p:spPr>
          <a:xfrm>
            <a:off x="381000" y="228600"/>
            <a:ext cx="8572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600" b="1">
                <a:solidFill>
                  <a:schemeClr val="tx2"/>
                </a:solidFill>
              </a:rPr>
              <a:t>无 drawing · 线性流程（lin）</a:t>
            </a:r>
          </a:p>
        </p:txBody>
      </p:sp>
      <p:graphicFrame>
        <p:nvGraphicFramePr>
          <p:cNvPr id="501" name="SmartArt1"/>
          <p:cNvGraphicFramePr/>
          <p:nvPr/>
        </p:nvGraphicFramePr>
        <p:xfrm>
          <a:off x="1143000" y="952500"/>
          <a:ext cx="9906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p"/>
          <p:cNvSpPr/>
          <p:nvPr/>
        </p:nvSpPr>
        <p:spPr>
          <a:xfrm>
            <a:off x="381000" y="228600"/>
            <a:ext cx="8572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600" b="1">
                <a:solidFill>
                  <a:schemeClr val="tx2"/>
                </a:solidFill>
              </a:rPr>
              <a:t>无 drawing · 循环（cycle）</a:t>
            </a:r>
          </a:p>
        </p:txBody>
      </p:sp>
      <p:graphicFrame>
        <p:nvGraphicFramePr>
          <p:cNvPr id="502" name="SmartArt2"/>
          <p:cNvGraphicFramePr/>
          <p:nvPr/>
        </p:nvGraphicFramePr>
        <p:xfrm>
          <a:off x="1143000" y="952500"/>
          <a:ext cx="9906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p"/>
          <p:cNvSpPr/>
          <p:nvPr/>
        </p:nvSpPr>
        <p:spPr>
          <a:xfrm>
            <a:off x="381000" y="228600"/>
            <a:ext cx="8572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600" b="1">
                <a:solidFill>
                  <a:schemeClr val="tx2"/>
                </a:solidFill>
              </a:rPr>
              <a:t>无 drawing · 金字塔（pyra）</a:t>
            </a:r>
          </a:p>
        </p:txBody>
      </p:sp>
      <p:graphicFrame>
        <p:nvGraphicFramePr>
          <p:cNvPr id="503" name="SmartArt3"/>
          <p:cNvGraphicFramePr/>
          <p:nvPr/>
        </p:nvGraphicFramePr>
        <p:xfrm>
          <a:off x="1143000" y="952500"/>
          <a:ext cx="9906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p"/>
          <p:cNvSpPr/>
          <p:nvPr/>
        </p:nvSpPr>
        <p:spPr>
          <a:xfrm>
            <a:off x="381000" y="228600"/>
            <a:ext cx="8572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600" b="1">
                <a:solidFill>
                  <a:schemeClr val="tx2"/>
                </a:solidFill>
              </a:rPr>
              <a:t>无 drawing · 组织结构（hierRoot）</a:t>
            </a:r>
          </a:p>
        </p:txBody>
      </p:sp>
      <p:graphicFrame>
        <p:nvGraphicFramePr>
          <p:cNvPr id="504" name="SmartArt4"/>
          <p:cNvGraphicFramePr/>
          <p:nvPr/>
        </p:nvGraphicFramePr>
        <p:xfrm>
          <a:off x="1143000" y="952500"/>
          <a:ext cx="9906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p"/>
          <p:cNvSpPr/>
          <p:nvPr/>
        </p:nvSpPr>
        <p:spPr>
          <a:xfrm>
            <a:off x="381000" y="228600"/>
            <a:ext cx="8572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600" b="1">
                <a:solidFill>
                  <a:schemeClr val="tx2"/>
                </a:solidFill>
              </a:rPr>
              <a:t>无 drawing · 竖排列表（linDir=fromT）</a:t>
            </a:r>
          </a:p>
        </p:txBody>
      </p:sp>
      <p:graphicFrame>
        <p:nvGraphicFramePr>
          <p:cNvPr id="505" name="SmartArt5"/>
          <p:cNvGraphicFramePr/>
          <p:nvPr/>
        </p:nvGraphicFramePr>
        <p:xfrm>
          <a:off x="1143000" y="952500"/>
          <a:ext cx="9906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p"/>
          <p:cNvSpPr/>
          <p:nvPr/>
        </p:nvSpPr>
        <p:spPr>
          <a:xfrm>
            <a:off x="381000" y="228600"/>
            <a:ext cx="8572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600" b="1">
                <a:solidFill>
                  <a:schemeClr val="tx2"/>
                </a:solidFill>
              </a:rPr>
              <a:t>无 drawing · 矩阵（matrix1→snake）</a:t>
            </a:r>
          </a:p>
        </p:txBody>
      </p:sp>
      <p:graphicFrame>
        <p:nvGraphicFramePr>
          <p:cNvPr id="506" name="SmartArt6"/>
          <p:cNvGraphicFramePr/>
          <p:nvPr/>
        </p:nvGraphicFramePr>
        <p:xfrm>
          <a:off x="1143000" y="952500"/>
          <a:ext cx="9906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p"/>
          <p:cNvSpPr/>
          <p:nvPr/>
        </p:nvSpPr>
        <p:spPr>
          <a:xfrm>
            <a:off x="381000" y="228600"/>
            <a:ext cx="8572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600" b="1">
                <a:solidFill>
                  <a:schemeClr val="tx2"/>
                </a:solidFill>
              </a:rPr>
              <a:t>无 drawing · 径向（radial1）</a:t>
            </a:r>
          </a:p>
        </p:txBody>
      </p:sp>
      <p:graphicFrame>
        <p:nvGraphicFramePr>
          <p:cNvPr id="507" name="SmartArt7"/>
          <p:cNvGraphicFramePr/>
          <p:nvPr/>
        </p:nvGraphicFramePr>
        <p:xfrm>
          <a:off x="1143000" y="952500"/>
          <a:ext cx="9906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martArt">
  <a:themeElements>
    <a:clrScheme name="SmartAr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SmartAr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martAr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