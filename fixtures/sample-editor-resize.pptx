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layout-scale"/>
          <p:cNvSpPr/>
          <p:nvPr/>
        </p:nvSpPr>
        <p:spPr>
          <a:xfrm>
            <a:off x="285750" y="5334000"/>
            <a:ext cx="2286000" cy="952500"/>
          </a:xfrm>
          <a:prstGeom prst="rect">
            <a:avLst/>
          </a:prstGeom>
          <a:solidFill>
            <a:srgbClr val="4285F4"/>
          </a:solidFill>
          <a:ln w="38100">
            <a:solidFill>
              <a:srgbClr val="112233"/>
            </a:solidFill>
          </a:ln>
          <a:effectLst>
            <a:outerShdw blurRad="38100" dist="57150" dir="0">
              <a:srgbClr val="000000"/>
            </a:outerShdw>
          </a:effectLst>
        </p:spPr>
        <p:txBody>
          <a:bodyPr lIns="95250" rIns="95250" tIns="38100" bIns="38100" wrap="square"/>
          <a:lstStyle/>
          <a:p>
            <a:pPr marL="95250" indent="-19050">
              <a:lnSpc>
                <a:spcPts val="3600"/>
              </a:lnSpc>
              <a:spcBef>
                <a:spcPts val="600"/>
              </a:spcBef>
            </a:pPr>
            <a:r>
              <a:rPr sz="2400" spc="150">
                <a:latin typeface="Arial"/>
              </a:rPr>
              <a:t>按比例缩放 Scale</a:t>
            </a:r>
            <a:r>
              <a:rPr sz="1200" b="1"/>
              <a:t>不同字号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master-scale"/>
          <p:cNvSpPr/>
          <p:nvPr/>
        </p:nvSpPr>
        <p:spPr>
          <a:xfrm>
            <a:off x="9048750" y="190500"/>
            <a:ext cx="2286000" cy="952500"/>
          </a:xfrm>
          <a:prstGeom prst="rect">
            <a:avLst/>
          </a:prstGeom>
          <a:solidFill>
            <a:srgbClr val="4285F4"/>
          </a:solidFill>
          <a:ln w="38100">
            <a:solidFill>
              <a:srgbClr val="112233"/>
            </a:solidFill>
          </a:ln>
          <a:effectLst>
            <a:outerShdw blurRad="38100" dist="57150" dir="0">
              <a:srgbClr val="000000"/>
            </a:outerShdw>
          </a:effectLst>
        </p:spPr>
        <p:txBody>
          <a:bodyPr lIns="95250" rIns="95250" tIns="38100" bIns="38100" wrap="square"/>
          <a:lstStyle/>
          <a:p>
            <a:pPr marL="95250" indent="-19050">
              <a:lnSpc>
                <a:spcPts val="3600"/>
              </a:lnSpc>
              <a:spcBef>
                <a:spcPts val="600"/>
              </a:spcBef>
            </a:pPr>
            <a:r>
              <a:rPr sz="2400" spc="150">
                <a:latin typeface="Arial"/>
              </a:rPr>
              <a:t>按比例缩放 Scale</a:t>
            </a:r>
            <a:r>
              <a:rPr sz="1200" b="1"/>
              <a:t>不同字号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cale-text"/>
          <p:cNvSpPr/>
          <p:nvPr/>
        </p:nvSpPr>
        <p:spPr>
          <a:xfrm>
            <a:off x="762000" y="666750"/>
            <a:ext cx="2286000" cy="952500"/>
          </a:xfrm>
          <a:prstGeom prst="rect">
            <a:avLst/>
          </a:prstGeom>
          <a:solidFill>
            <a:srgbClr val="4285F4"/>
          </a:solidFill>
          <a:ln w="38100">
            <a:solidFill>
              <a:srgbClr val="112233"/>
            </a:solidFill>
          </a:ln>
          <a:effectLst>
            <a:outerShdw blurRad="38100" dist="57150" dir="0">
              <a:srgbClr val="000000"/>
            </a:outerShdw>
          </a:effectLst>
        </p:spPr>
        <p:txBody>
          <a:bodyPr lIns="95250" rIns="95250" tIns="38100" bIns="38100" wrap="square"/>
          <a:lstStyle/>
          <a:p>
            <a:pPr marL="95250" indent="-19050">
              <a:lnSpc>
                <a:spcPts val="3600"/>
              </a:lnSpc>
              <a:spcBef>
                <a:spcPts val="600"/>
              </a:spcBef>
            </a:pPr>
            <a:r>
              <a:rPr sz="2400" spc="150">
                <a:latin typeface="Arial"/>
              </a:rPr>
              <a:t>按比例缩放 Scale</a:t>
            </a:r>
            <a:r>
              <a:rPr sz="1200" b="1"/>
              <a:t>不同字号</a:t>
            </a:r>
          </a:p>
        </p:txBody>
      </p:sp>
      <p:grpSp>
        <p:nvGrpSpPr>
          <p:cNvPr id="101" name="scaled-group"/>
          <p:cNvGrpSpPr/>
          <p:nvPr/>
        </p:nvGrpSpPr>
        <p:grpSpPr>
          <a:xfrm rot="900000">
            <a:off x="5715000" y="1905000"/>
            <a:ext cx="2857500" cy="1905000"/>
            <a:chOff x="0" y="0"/>
            <a:chExt cx="5715000" cy="3810000"/>
          </a:xfrm>
        </p:grpSpPr>
        <p:sp>
          <p:nvSpPr>
            <p:cNvPr id="102" name="nested-text"/>
            <p:cNvSpPr/>
            <p:nvPr/>
          </p:nvSpPr>
          <p:spPr>
            <a:xfrm>
              <a:off x="190500" y="285750"/>
              <a:ext cx="2286000" cy="952500"/>
            </a:xfrm>
            <a:prstGeom prst="rect">
              <a:avLst/>
            </a:prstGeom>
            <a:solidFill>
              <a:srgbClr val="4285F4"/>
            </a:solidFill>
            <a:ln w="38100">
              <a:solidFill>
                <a:srgbClr val="112233"/>
              </a:solidFill>
            </a:ln>
            <a:effectLst>
              <a:outerShdw blurRad="38100" dist="57150" dir="0">
                <a:srgbClr val="000000"/>
              </a:outerShdw>
            </a:effectLst>
          </p:spPr>
          <p:txBody>
            <a:bodyPr lIns="95250" rIns="95250" tIns="38100" bIns="38100" wrap="square"/>
            <a:lstStyle/>
            <a:p>
              <a:pPr marL="95250" indent="-19050">
                <a:lnSpc>
                  <a:spcPts val="3600"/>
                </a:lnSpc>
                <a:spcBef>
                  <a:spcPts val="600"/>
                </a:spcBef>
              </a:pPr>
              <a:r>
                <a:rPr sz="2400" spc="150">
                  <a:latin typeface="Arial"/>
                </a:rPr>
                <a:t>按比例缩放 Scale</a:t>
              </a:r>
              <a:r>
                <a:rPr sz="1200" b="1"/>
                <a:t>不同字号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结构编辑基线"/>
          <p:cNvGraphicFramePr/>
          <p:nvPr/>
        </p:nvGraphicFramePr>
        <p:xfrm>
          <a:off x="1143000" y="1047750"/>
          <a:ext cx="9144000" cy="3429000"/>
        </p:xfrm>
        <a:graphic>
          <a:graphicData uri="http://schemas.openxmlformats.org/drawingml/2006/table">
            <a:tbl>
              <a:tblPr firstRow="1" bandRow="1"/>
              <a:tblGrid>
                <a:gridCol w="2000250"/>
                <a:gridCol w="2190750"/>
                <a:gridCol w="2381250"/>
                <a:gridCol w="2571750"/>
              </a:tblGrid>
              <a:tr h="952500">
                <a:tc gridSpan="2">
                  <a:txBody>
                    <a:bodyPr/>
                    <a:lstStyle/>
                    <a:p>
                      <a:r>
                        <a:rPr sz="1800"/>
                        <a:t>横向合并</a:t>
                      </a:r>
                    </a:p>
                  </a:txBody>
                  <a:tcPr marL="114300" marR="76200" anchor="ctr">
                    <a:solidFill>
                      <a:srgbClr val="FDE68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800"/>
                        <a:t>横向占位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右上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右上末</a:t>
                      </a:r>
                    </a:p>
                  </a:txBody>
                  <a:tcPr/>
                </a:tc>
              </a:tr>
              <a:tr h="1143000">
                <a:tc rowSpan="2">
                  <a:txBody>
                    <a:bodyPr/>
                    <a:lstStyle/>
                    <a:p>
                      <a:r>
                        <a:rPr sz="1800"/>
                        <a:t>纵向合并</a:t>
                      </a:r>
                    </a:p>
                  </a:txBody>
                  <a:tcPr anchor="b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中一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中二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中三</a:t>
                      </a:r>
                    </a:p>
                  </a:txBody>
                  <a:tcPr vert="vert">
                    <a:solidFill>
                      <a:srgbClr val="F3E8FF"/>
                    </a:solidFill>
                  </a:tcPr>
                </a:tc>
              </a:tr>
              <a:tr h="1333500">
                <a:tc vMerge="1">
                  <a:txBody>
                    <a:bodyPr/>
                    <a:lstStyle/>
                    <a:p>
                      <a:r>
                        <a:rPr sz="1800"/>
                        <a:t>纵向占位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下一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下二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下三</a:t>
                      </a:r>
                    </a:p>
                  </a:txBody>
                  <a:tcPr/>
                </a:tc>
              </a:tr>
              <a:extLst>
                <a:ext uri="{TABLE-STRUCTURE-KEEP}">
                  <fixture:keep xmlns:fixture="urn:web-ppt:fixture" value="grid"/>
                </a:ext>
              </a:extLst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nsure Fit">
  <a:themeElements>
    <a:clrScheme name="Ensure Fi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nsure Fi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nsure F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