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Default Extension="png" ContentType="image/png"/>
  <Override PartName="/ppt/theme/theme1.xml" ContentType="application/vnd.openxmlformats-officedocument.theme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6096000" cy="3429000"/>
  <p:notesSz cx="6858000" cy="9144000"/>
</p:presentation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theme" Target="theme/theme1.xml"/></Relationship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defRPr sz="3200" b="1">
          <a:solidFill>
            <a:schemeClr val="tx2"/>
          </a:solidFill>
        </a:defRPr>
      </a:lvl1pPr>
    </p:titleStyle>
    <p:bodyStyle>
      <a:lvl1pPr>
        <a:buNone/>
        <a:defRPr sz="1600">
          <a:solidFill>
            <a:schemeClr val="tx1"/>
          </a:solidFill>
        </a:defRPr>
      </a:lvl1pPr>
    </p:bodyStyle>
    <p:otherStyle>
      <a:lvl1pPr>
        <a:defRPr sz="1400"/>
      </a:lvl1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Image" Type="http://schemas.openxmlformats.org/officeDocument/2006/relationships/image" Target="../media/alpha.png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sp"/>
          <p:cNvSpPr/>
          <p:nvPr/>
        </p:nvSpPr>
        <p:spPr>
          <a:xfrm>
            <a:off x="381000" y="381000"/>
            <a:ext cx="1524000" cy="952500"/>
          </a:xfrm>
          <a:prstGeom prst="rect">
            <a:avLst/>
          </a:prstGeom>
          <a:solidFill>
            <a:srgbClr val="FF0000">
              <a:alpha val="50000"/>
            </a:srgbClr>
          </a:solidFill>
          <a:ln w="76200">
            <a:solidFill>
              <a:srgbClr val="0000FF">
                <a:alpha val="25000"/>
              </a:srgbClr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123" name="sp"/>
          <p:cNvSpPr/>
          <p:nvPr/>
        </p:nvSpPr>
        <p:spPr>
          <a:xfrm>
            <a:off x="2667000" y="381000"/>
            <a:ext cx="952500" cy="952500"/>
          </a:xfrm>
          <a:prstGeom prst="rect">
            <a:avLst/>
          </a:prstGeom>
          <a:solidFill>
            <a:srgbClr val="FF0000"/>
          </a:solidFill>
        </p:spPr>
        <p:txBody>
          <a:bodyPr anchor="ctr"/>
          <a:lstStyle/>
          <a:p>
            <a:endParaRPr/>
          </a:p>
        </p:txBody>
      </p:sp>
      <p:sp>
        <p:nvSpPr>
          <p:cNvPr id="127" name="sp"/>
          <p:cNvSpPr/>
          <p:nvPr/>
        </p:nvSpPr>
        <p:spPr>
          <a:xfrm>
            <a:off x="4191000" y="381000"/>
            <a:ext cx="952500" cy="952500"/>
          </a:xfrm>
          <a:prstGeom prst="rect">
            <a:avLst/>
          </a:prstGeom>
          <a:noFill/>
        </p:spPr>
        <p:txBody>
          <a:bodyPr anchor="ctr"/>
          <a:lstStyle/>
          <a:p>
            <a:r>
              <a:rPr sz="2400">
                <a:latin typeface="WebPPT Glyph Latin"/>
                <a:ea typeface="WebPPT Glyph Chinese"/>
              </a:rPr>
              <a:t>ABC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sp"/>
          <p:cNvSpPr/>
          <p:nvPr/>
        </p:nvSpPr>
        <p:spPr>
          <a:xfrm>
            <a:off x="381000" y="381000"/>
            <a:ext cx="1524000" cy="952500"/>
          </a:xfrm>
          <a:prstGeom prst="rect">
            <a:avLst/>
          </a:prstGeom>
          <a:gradFill>
            <a:gsLst>
              <a:gs pos="0">
                <a:srgbClr val="FF0000"/>
              </a:gs>
              <a:gs pos="50000">
                <a:srgbClr val="00FF00"/>
              </a:gs>
              <a:gs pos="100000">
                <a:srgbClr val="0000FF"/>
              </a:gs>
            </a:gsLst>
            <a:lin ang="0" scaled="1"/>
          </a:gradFill>
          <a:ln w="28575">
            <a:solidFill>
              <a:srgbClr val="333333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125" name="sp"/>
          <p:cNvSpPr/>
          <p:nvPr/>
        </p:nvSpPr>
        <p:spPr>
          <a:xfrm rot="1800000">
            <a:off x="2667000" y="381000"/>
            <a:ext cx="1905000" cy="952500"/>
          </a:xfrm>
          <a:prstGeom prst="ellipse">
            <a:avLst/>
          </a:prstGeom>
          <a:gradFill>
            <a:gsLst>
              <a:gs pos="0">
                <a:srgbClr val="FF0000"/>
              </a:gs>
              <a:gs pos="50000">
                <a:srgbClr val="00FF00"/>
              </a:gs>
              <a:gs pos="100000">
                <a:srgbClr val="0000FF"/>
              </a:gs>
            </a:gsLst>
            <a:path path="circle"/>
          </a:gradFill>
        </p:spPr>
        <p:txBody>
          <a:bodyPr anchor="ctr"/>
          <a:lstStyle/>
          <a:p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sp"/>
          <p:cNvSpPr/>
          <p:nvPr/>
        </p:nvSpPr>
        <p:spPr>
          <a:xfrm>
            <a:off x="381000" y="381000"/>
            <a:ext cx="1524000" cy="952500"/>
          </a:xfrm>
          <a:prstGeom prst="rect">
            <a:avLst/>
          </a:prstGeom>
          <a:gradFill>
            <a:gsLst>
              <a:gs pos="0">
                <a:srgbClr val="FF0000"/>
              </a:gs>
              <a:gs pos="50000">
                <a:srgbClr val="00FF00">
                  <a:alpha val="50000"/>
                </a:srgbClr>
              </a:gs>
              <a:gs pos="100000">
                <a:srgbClr val="0000FF">
                  <a:alpha val="0"/>
                </a:srgbClr>
              </a:gs>
            </a:gsLst>
            <a:lin ang="0" scaled="1"/>
          </a:gradFill>
        </p:spPr>
        <p:txBody>
          <a:bodyPr anchor="ctr"/>
          <a:lstStyle/>
          <a:p>
            <a:endParaRPr/>
          </a:p>
        </p:txBody>
      </p:sp>
      <p:sp>
        <p:nvSpPr>
          <p:cNvPr id="129" name="sp"/>
          <p:cNvSpPr/>
          <p:nvPr/>
        </p:nvSpPr>
        <p:spPr>
          <a:xfrm>
            <a:off x="2667000" y="381000"/>
            <a:ext cx="1905000" cy="952500"/>
          </a:xfrm>
          <a:prstGeom prst="rect">
            <a:avLst/>
          </a:prstGeom>
          <a:gradFill>
            <a:gsLst>
              <a:gs pos="0">
                <a:srgbClr val="FF0000"/>
              </a:gs>
              <a:gs pos="50000">
                <a:srgbClr val="FF0000"/>
              </a:gs>
              <a:gs pos="50000">
                <a:srgbClr val="0000FF"/>
              </a:gs>
              <a:gs pos="100000">
                <a:srgbClr val="0000FF"/>
              </a:gs>
            </a:gsLst>
            <a:lin ang="0" scaled="1"/>
          </a:gradFill>
        </p:spPr>
        <p:txBody>
          <a:bodyPr anchor="ctr"/>
          <a:lstStyle/>
          <a:p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6" name="裁剪透明图片"/>
          <p:cNvPicPr/>
          <p:nvPr/>
        </p:nvPicPr>
        <p:blipFill>
          <a:blip r:embed="rIdImage">
            <a:alphaModFix amt="50000"/>
          </a:blip>
          <a:srcRect l="25000" r="25000" t="12500" b="12500"/>
          <a:stretch>
            <a:fillRect/>
          </a:stretch>
        </p:blipFill>
        <p:spPr>
          <a:xfrm>
            <a:off x="381000" y="381000"/>
            <a:ext cx="1524000" cy="1524000"/>
          </a:xfrm>
          <a:prstGeom prst="ellipse">
            <a:avLst/>
          </a:prstGeom>
          <a:ln>
            <a:noFill/>
          </a:ln>
        </p:spPr>
      </p:pic>
      <p:sp>
        <p:nvSpPr>
          <p:cNvPr id="123" name="sp"/>
          <p:cNvSpPr/>
          <p:nvPr/>
        </p:nvSpPr>
        <p:spPr>
          <a:xfrm>
            <a:off x="2667000" y="381000"/>
            <a:ext cx="952500" cy="952500"/>
          </a:xfrm>
          <a:prstGeom prst="rect">
            <a:avLst/>
          </a:prstGeom>
          <a:solidFill>
            <a:srgbClr val="FF0000"/>
          </a:solidFill>
        </p:spPr>
        <p:txBody>
          <a:bodyPr anchor="ctr"/>
          <a:lstStyle/>
          <a:p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0" name="gradientText"/>
          <p:cNvSpPr/>
          <p:nvPr/>
        </p:nvSpPr>
        <p:spPr>
          <a:xfrm>
            <a:off x="381000" y="381000"/>
            <a:ext cx="2857500" cy="762000"/>
          </a:xfrm>
          <a:prstGeom prst="rect">
            <a:avLst/>
          </a:prstGeom>
          <a:noFill/>
        </p:spPr>
        <p:txBody>
          <a:bodyPr anchor="ctr"/>
          <a:lstStyle/>
          <a:p>
            <a:r>
              <a:rPr sz="3200">
                <a:gradFill>
                  <a:gsLst>
                    <a:gs pos="0">
                      <a:srgbClr val="FF0000"/>
                    </a:gs>
                    <a:gs pos="100000">
                      <a:srgbClr val="0000FF"/>
                    </a:gs>
                  </a:gsLst>
                  <a:lin ang="0"/>
                </a:gradFill>
                <a:latin typeface="WebPPT Glyph Latin"/>
              </a:rPr>
              <a:t>AB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1" name="verticalText"/>
          <p:cNvSpPr/>
          <p:nvPr/>
        </p:nvSpPr>
        <p:spPr>
          <a:xfrm>
            <a:off x="381000" y="381000"/>
            <a:ext cx="2667000" cy="762000"/>
          </a:xfrm>
          <a:prstGeom prst="rect">
            <a:avLst/>
          </a:prstGeom>
          <a:noFill/>
        </p:spPr>
        <p:txBody>
          <a:bodyPr anchor="ctr"/>
          <a:lstStyle/>
          <a:p>
            <a:r>
              <a:rPr sz="3200">
                <a:gradFill>
                  <a:gsLst>
                    <a:gs pos="0">
                      <a:srgbClr val="FF0000"/>
                    </a:gs>
                    <a:gs pos="100000">
                      <a:srgbClr val="0000FF"/>
                    </a:gs>
                  </a:gsLst>
                  <a:lin ang="5400000"/>
                </a:gradFill>
                <a:latin typeface="WebPPT Glyph Latin"/>
              </a:rPr>
              <a:t>bq</a:t>
            </a:r>
          </a:p>
        </p:txBody>
      </p:sp>
      <p:sp>
        <p:nvSpPr>
          <p:cNvPr id="902" name="diagonalText"/>
          <p:cNvSpPr/>
          <p:nvPr/>
        </p:nvSpPr>
        <p:spPr>
          <a:xfrm>
            <a:off x="3238500" y="381000"/>
            <a:ext cx="2667000" cy="762000"/>
          </a:xfrm>
          <a:prstGeom prst="rect">
            <a:avLst/>
          </a:prstGeom>
          <a:noFill/>
        </p:spPr>
        <p:txBody>
          <a:bodyPr anchor="ctr"/>
          <a:lstStyle/>
          <a:p>
            <a:r>
              <a:rPr sz="3200">
                <a:gradFill>
                  <a:gsLst>
                    <a:gs pos="0">
                      <a:srgbClr val="FF0000"/>
                    </a:gs>
                    <a:gs pos="100000">
                      <a:srgbClr val="0000FF"/>
                    </a:gs>
                  </a:gsLst>
                  <a:lin ang="2700000"/>
                </a:gradFill>
                <a:latin typeface="WebPPT Glyph Latin"/>
              </a:rPr>
              <a:t>io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3" name="multiGradientText"/>
          <p:cNvSpPr/>
          <p:nvPr/>
        </p:nvSpPr>
        <p:spPr>
          <a:xfrm>
            <a:off x="381000" y="381000"/>
            <a:ext cx="2857500" cy="762000"/>
          </a:xfrm>
          <a:prstGeom prst="rect">
            <a:avLst/>
          </a:prstGeom>
          <a:noFill/>
        </p:spPr>
        <p:txBody>
          <a:bodyPr anchor="ctr"/>
          <a:lstStyle/>
          <a:p>
            <a:r>
              <a:rPr sz="3200">
                <a:gradFill>
                  <a:gsLst>
                    <a:gs pos="0">
                      <a:srgbClr val="FF0000"/>
                    </a:gs>
                    <a:gs pos="100000">
                      <a:srgbClr val="0000FF"/>
                    </a:gs>
                  </a:gsLst>
                  <a:lin ang="0"/>
                </a:gradFill>
                <a:latin typeface="WebPPT Glyph Latin"/>
              </a:rPr>
              <a:t>Ab</a:t>
            </a:r>
            <a:r>
              <a:rPr sz="3200">
                <a:gradFill>
                  <a:gsLst>
                    <a:gs pos="0">
                      <a:srgbClr val="0000FF"/>
                    </a:gs>
                    <a:gs pos="100000">
                      <a:srgbClr val="FF0000"/>
                    </a:gs>
                  </a:gsLst>
                  <a:lin ang="0"/>
                </a:gradFill>
                <a:latin typeface="WebPPT Glyph Latin"/>
              </a:rPr>
              <a:t>01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VectorPdfPaints">
  <a:themeElements>
    <a:clrScheme name="VectorPdfPaints">
      <a:dk1>
        <a:sysClr val="windowText" lastClr="1A1A1A"/>
      </a:dk1>
      <a:lt1>
        <a:sysClr val="window" lastClr="FFFFFF"/>
      </a:lt1>
      <a:dk2>
        <a:srgbClr val="1F3864"/>
      </a:dk2>
      <a:lt2>
        <a:srgbClr val="F2F2F2"/>
      </a:lt2>
      <a:accent1>
        <a:srgbClr val="2E75B6"/>
      </a:accent1>
      <a:accent2>
        <a:srgbClr val="A6A6A6"/>
      </a:accent2>
      <a:accent3>
        <a:srgbClr val="70AD47"/>
      </a:accent3>
      <a:accent4>
        <a:srgbClr val="FFC000"/>
      </a:accent4>
      <a:accent5>
        <a:srgbClr val="ED7D31"/>
      </a:accent5>
      <a:accent6>
        <a:srgbClr val="7030A0"/>
      </a:accent6>
      <a:hlink>
        <a:srgbClr val="0563C1"/>
      </a:hlink>
      <a:folHlink>
        <a:srgbClr val="954F72"/>
      </a:folHlink>
    </a:clrScheme>
    <a:fontScheme name="VectorPdfPaints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VectorPdfPaints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