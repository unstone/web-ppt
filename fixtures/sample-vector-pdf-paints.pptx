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alpha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p"/>
          <p:cNvSpPr/>
          <p:nvPr/>
        </p:nvSpPr>
        <p:spPr>
          <a:xfrm>
            <a:off x="381000" y="381000"/>
            <a:ext cx="1524000" cy="952500"/>
          </a:xfrm>
          <a:prstGeom prst="rect">
            <a:avLst/>
          </a:prstGeom>
          <a:solidFill>
            <a:srgbClr val="FF0000">
              <a:alpha val="50000"/>
            </a:srgbClr>
          </a:solidFill>
          <a:ln w="76200">
            <a:solidFill>
              <a:srgbClr val="0000FF">
                <a:alpha val="25000"/>
              </a:srgbClr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23" name="sp"/>
          <p:cNvSpPr/>
          <p:nvPr/>
        </p:nvSpPr>
        <p:spPr>
          <a:xfrm>
            <a:off x="2667000" y="381000"/>
            <a:ext cx="952500" cy="952500"/>
          </a:xfrm>
          <a:prstGeom prst="rect">
            <a:avLst/>
          </a:prstGeom>
          <a:solidFill>
            <a:srgbClr val="FF0000"/>
          </a:solidFill>
        </p:spPr>
        <p:txBody>
          <a:bodyPr anchor="ctr"/>
          <a:lstStyle/>
          <a:p>
            <a:endParaRPr/>
          </a:p>
        </p:txBody>
      </p:sp>
      <p:sp>
        <p:nvSpPr>
          <p:cNvPr id="127" name="sp"/>
          <p:cNvSpPr/>
          <p:nvPr/>
        </p:nvSpPr>
        <p:spPr>
          <a:xfrm>
            <a:off x="4191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p"/>
          <p:cNvSpPr/>
          <p:nvPr/>
        </p:nvSpPr>
        <p:spPr>
          <a:xfrm>
            <a:off x="381000" y="381000"/>
            <a:ext cx="1524000" cy="952500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00FF00"/>
              </a:gs>
              <a:gs pos="100000">
                <a:srgbClr val="0000FF"/>
              </a:gs>
            </a:gsLst>
            <a:lin ang="0" scaled="1"/>
          </a:gradFill>
          <a:ln w="28575">
            <a:solidFill>
              <a:srgbClr val="333333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25" name="sp"/>
          <p:cNvSpPr/>
          <p:nvPr/>
        </p:nvSpPr>
        <p:spPr>
          <a:xfrm rot="1800000">
            <a:off x="2667000" y="381000"/>
            <a:ext cx="1905000" cy="952500"/>
          </a:xfrm>
          <a:prstGeom prst="ellipse">
            <a:avLst/>
          </a:prstGeom>
          <a:gradFill>
            <a:gsLst>
              <a:gs pos="0">
                <a:srgbClr val="FF0000"/>
              </a:gs>
              <a:gs pos="50000">
                <a:srgbClr val="00FF00"/>
              </a:gs>
              <a:gs pos="100000">
                <a:srgbClr val="0000FF"/>
              </a:gs>
            </a:gsLst>
            <a:path path="circle"/>
          </a:gra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p"/>
          <p:cNvSpPr/>
          <p:nvPr/>
        </p:nvSpPr>
        <p:spPr>
          <a:xfrm>
            <a:off x="381000" y="381000"/>
            <a:ext cx="1524000" cy="952500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00FF00">
                  <a:alpha val="50000"/>
                </a:srgbClr>
              </a:gs>
              <a:gs pos="100000">
                <a:srgbClr val="0000FF">
                  <a:alpha val="0"/>
                </a:srgbClr>
              </a:gs>
            </a:gsLst>
            <a:lin ang="0" scaled="1"/>
          </a:gradFill>
        </p:spPr>
        <p:txBody>
          <a:bodyPr anchor="ctr"/>
          <a:lstStyle/>
          <a:p>
            <a:endParaRPr/>
          </a:p>
        </p:txBody>
      </p:sp>
      <p:sp>
        <p:nvSpPr>
          <p:cNvPr id="129" name="sp"/>
          <p:cNvSpPr/>
          <p:nvPr/>
        </p:nvSpPr>
        <p:spPr>
          <a:xfrm>
            <a:off x="2667000" y="381000"/>
            <a:ext cx="1905000" cy="952500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FF0000"/>
              </a:gs>
              <a:gs pos="50000">
                <a:srgbClr val="0000FF"/>
              </a:gs>
              <a:gs pos="100000">
                <a:srgbClr val="0000FF"/>
              </a:gs>
            </a:gsLst>
            <a:lin ang="0" scaled="1"/>
          </a:gra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裁剪透明图片"/>
          <p:cNvPicPr/>
          <p:nvPr/>
        </p:nvPicPr>
        <p:blipFill>
          <a:blip r:embed="rIdImage">
            <a:alphaModFix amt="50000"/>
          </a:blip>
          <a:srcRect l="25000" r="25000" t="12500" b="12500"/>
          <a:stretch>
            <a:fillRect/>
          </a:stretch>
        </p:blipFill>
        <p:spPr>
          <a:xfrm>
            <a:off x="381000" y="381000"/>
            <a:ext cx="1524000" cy="1524000"/>
          </a:xfrm>
          <a:prstGeom prst="ellipse">
            <a:avLst/>
          </a:prstGeom>
          <a:ln>
            <a:noFill/>
          </a:ln>
        </p:spPr>
      </p:pic>
      <p:sp>
        <p:nvSpPr>
          <p:cNvPr id="123" name="sp"/>
          <p:cNvSpPr/>
          <p:nvPr/>
        </p:nvSpPr>
        <p:spPr>
          <a:xfrm>
            <a:off x="2667000" y="381000"/>
            <a:ext cx="952500" cy="952500"/>
          </a:xfrm>
          <a:prstGeom prst="rect">
            <a:avLst/>
          </a:prstGeom>
          <a:solidFill>
            <a:srgbClr val="FF0000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radientText"/>
          <p:cNvSpPr/>
          <p:nvPr/>
        </p:nvSpPr>
        <p:spPr>
          <a:xfrm>
            <a:off x="381000" y="381000"/>
            <a:ext cx="2857500" cy="762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3200">
                <a:gradFill>
                  <a:gsLst>
                    <a:gs pos="0">
                      <a:srgbClr val="FF0000"/>
                    </a:gs>
                    <a:gs pos="100000">
                      <a:srgbClr val="0000FF"/>
                    </a:gs>
                  </a:gsLst>
                  <a:lin ang="0"/>
                </a:gradFill>
                <a:latin typeface="WebPPT Glyph Latin"/>
              </a:rPr>
              <a:t>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PdfPaints">
  <a:themeElements>
    <a:clrScheme name="VectorPdfPaint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Paint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Pain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