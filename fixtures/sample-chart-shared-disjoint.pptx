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Sheet1!J1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Sheet1!$H$2:$I$6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Sheet1!J2:J6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Sheet1!K1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Sheet1!$H$2:$I$6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Sheet1!K2:K6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