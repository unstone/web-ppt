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wav" ContentType="audio/wav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ton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先播放的动画"/>
          <p:cNvSpPr/>
          <p:nvPr/>
        </p:nvSpPr>
        <p:spPr>
          <a:xfrm>
            <a:off x="952500" y="1333500"/>
            <a:ext cx="2286000" cy="1143000"/>
          </a:xfrm>
          <a:prstGeom prst="rect">
            <a:avLst/>
          </a:prstGeom>
          <a:solidFill>
            <a:srgbClr val="93C5FD"/>
          </a:solidFill>
        </p:spPr>
        <p:txBody>
          <a:bodyPr anchor="ctr"/>
          <a:lstStyle/>
          <a:p>
            <a:r>
              <a:rPr sz="2400"/>
              <a:t>音频播放前的效果</a:t>
            </a:r>
          </a:p>
        </p:txBody>
      </p:sp>
      <p:pic>
        <p:nvPicPr>
          <p:cNvPr id="200" name="定时音频"/>
          <p:cNvPicPr/>
          <p:nvPr>
            <a:audioFile r:link="rId2"/>
          </p:nvPr>
        </p:nvPicPr>
        <p:blipFill>
          <a:stretch>
            <a:fillRect/>
          </a:stretch>
        </p:blipFill>
        <p:spPr>
          <a:xfrm>
            <a:off x="4000500" y="1333500"/>
            <a:ext cx="1524000" cy="114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presetID="10" presetClass="entr" nodeType="clickEffect">
                      <p:stCondLst>
                        <p:cond delay="0"/>
                      </p:stCondLst>
                      <p:childTnLst>
                        <p:animEffect filter="fade">
                          <p:cBhvr>
                            <p:cTn id="11" dur="80"/>
                            <p:tgtEl>
                              <p:spTgt spid="101"/>
                            </p:tgtEl>
                          </p:cBhvr>
                        </p:animEffect>
                      </p:childTnLst>
                    </p:cTn>
                  </p:par>
                  <p:par>
                    <p:cTn id="20" presetID="1" presetClass="mediacall" nodeType="afterEffect">
                      <p:stCondLst>
                        <p:cond delay="0"/>
                      </p:stCondLst>
                      <p:childTnLst>
                        <p:cmd type="call" cmd="playFrom(0.0)">
                          <p:cBhvr>
                            <p:cTn id="21" dur="12000"/>
                            <p:tgtEl>
                              <p:spTgt spid="200"/>
                            </p:tgtEl>
                          </p:cBhvr>
                        </p:cmd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Media Timing">
  <a:themeElements>
    <a:clrScheme name="Media Timing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Media Tim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edia Tim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