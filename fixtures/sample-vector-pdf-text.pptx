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6096000" cy="3429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p"/>
          <p:cNvSpPr/>
          <p:nvPr/>
        </p:nvSpPr>
        <p:spPr>
          <a:xfrm>
            <a:off x="381000" y="381000"/>
            <a:ext cx="3810000" cy="2095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400">
                <a:latin typeface="WebPPT Glyph Latin"/>
                <a:ea typeface="WebPPT Glyph Chinese"/>
              </a:rPr>
              <a:t>á q̇ café</a:t>
            </a:r>
          </a:p>
          <a:p>
            <a:pPr algn="ctr"/>
            <a:r>
              <a:rPr sz="2400">
                <a:latin typeface="WebPPT Glyph Chinese"/>
                <a:ea typeface="WebPPT Glyph Chinese"/>
              </a:rPr>
              <a:t>中文测试。</a:t>
            </a:r>
          </a:p>
          <a:p>
            <a:pPr algn="r"/>
            <a:r>
              <a:rPr sz="2400">
                <a:latin typeface="WebPPT Glyph Latin"/>
                <a:ea typeface="WebPPT Glyph Chinese"/>
              </a:rPr>
              <a:t>ABC 中文 ffi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ctorPdfText">
  <a:themeElements>
    <a:clrScheme name="VectorPdfText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VectorPdfTex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VectorPdfTex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