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" name="结构编辑基线"/>
          <p:cNvGraphicFramePr/>
          <p:nvPr/>
        </p:nvGraphicFramePr>
        <p:xfrm>
          <a:off x="1143000" y="1047750"/>
          <a:ext cx="9144000" cy="3429000"/>
        </p:xfrm>
        <a:graphic>
          <a:graphicData uri="http://schemas.openxmlformats.org/drawingml/2006/table">
            <a:tbl>
              <a:tblPr firstRow="1" bandRow="1"/>
              <a:tblGrid>
                <a:gridCol w="2000250"/>
                <a:gridCol w="2190750"/>
                <a:gridCol w="2381250"/>
                <a:gridCol w="2571750"/>
              </a:tblGrid>
              <a:tr h="952500">
                <a:tc gridSpan="2">
                  <a:txBody>
                    <a:bodyPr/>
                    <a:lstStyle/>
                    <a:p>
                      <a:r>
                        <a:rPr sz="1800"/>
                        <a:t>横向合并</a:t>
                      </a:r>
                    </a:p>
                  </a:txBody>
                  <a:tcPr marL="114300" marR="76200" anchor="ctr">
                    <a:solidFill>
                      <a:srgbClr val="FDE68A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sz="1800"/>
                        <a:t>横向占位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右上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右上末</a:t>
                      </a:r>
                    </a:p>
                  </a:txBody>
                  <a:tcPr/>
                </a:tc>
              </a:tr>
              <a:tr h="1143000">
                <a:tc rowSpan="2">
                  <a:txBody>
                    <a:bodyPr/>
                    <a:lstStyle/>
                    <a:p>
                      <a:r>
                        <a:rPr sz="1800"/>
                        <a:t>纵向合并</a:t>
                      </a:r>
                    </a:p>
                  </a:txBody>
                  <a:tcPr anchor="b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中一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中二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中三</a:t>
                      </a:r>
                    </a:p>
                  </a:txBody>
                  <a:tcPr vert="vert">
                    <a:solidFill>
                      <a:srgbClr val="F3E8FF"/>
                    </a:solidFill>
                  </a:tcPr>
                </a:tc>
              </a:tr>
              <a:tr h="1333500">
                <a:tc vMerge="1">
                  <a:txBody>
                    <a:bodyPr/>
                    <a:lstStyle/>
                    <a:p>
                      <a:r>
                        <a:rPr sz="1800"/>
                        <a:t>纵向占位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下一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下二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下三</a:t>
                      </a:r>
                    </a:p>
                  </a:txBody>
                  <a:tcPr/>
                </a:tc>
              </a:tr>
              <a:extLst>
                <a:ext uri="{TABLE-STRUCTURE-KEEP}">
                  <fixture:keep xmlns:fixture="urn:web-ppt:fixture" value="grid"/>
                </a:ext>
              </a:extLst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Editor Table Structure">
  <a:themeElements>
    <a:clrScheme name="Editor Table Structure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Editor Table Structur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Editor Table Structur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