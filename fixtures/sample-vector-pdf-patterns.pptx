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p"/>
          <p:cNvSpPr/>
          <p:nvPr/>
        </p:nvSpPr>
        <p:spPr>
          <a:xfrm>
            <a:off x="381000" y="381000"/>
            <a:ext cx="1524000" cy="952500"/>
          </a:xfrm>
          <a:prstGeom prst="rect">
            <a:avLst/>
          </a:prstGeom>
          <a:pattFill prst="pct50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66" name="sp"/>
          <p:cNvSpPr/>
          <p:nvPr/>
        </p:nvSpPr>
        <p:spPr>
          <a:xfrm rot="1800000">
            <a:off x="2857500" y="381000"/>
            <a:ext cx="1524000" cy="952500"/>
          </a:xfrm>
          <a:prstGeom prst="rect">
            <a:avLst/>
          </a:prstGeom>
          <a:pattFill prst="upDiag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p"/>
          <p:cNvSpPr/>
          <p:nvPr/>
        </p:nvSpPr>
        <p:spPr>
          <a:xfrm>
            <a:off x="285750" y="142875"/>
            <a:ext cx="666750" cy="342900"/>
          </a:xfrm>
          <a:prstGeom prst="rect">
            <a:avLst/>
          </a:prstGeom>
          <a:pattFill prst="pct5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68" name="sp"/>
          <p:cNvSpPr/>
          <p:nvPr/>
        </p:nvSpPr>
        <p:spPr>
          <a:xfrm>
            <a:off x="1238250" y="142875"/>
            <a:ext cx="666750" cy="342900"/>
          </a:xfrm>
          <a:prstGeom prst="rect">
            <a:avLst/>
          </a:prstGeom>
          <a:pattFill prst="pct10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69" name="sp"/>
          <p:cNvSpPr/>
          <p:nvPr/>
        </p:nvSpPr>
        <p:spPr>
          <a:xfrm>
            <a:off x="2190750" y="142875"/>
            <a:ext cx="666750" cy="342900"/>
          </a:xfrm>
          <a:prstGeom prst="rect">
            <a:avLst/>
          </a:prstGeom>
          <a:pattFill prst="pct20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70" name="sp"/>
          <p:cNvSpPr/>
          <p:nvPr/>
        </p:nvSpPr>
        <p:spPr>
          <a:xfrm>
            <a:off x="3143250" y="142875"/>
            <a:ext cx="666750" cy="342900"/>
          </a:xfrm>
          <a:prstGeom prst="rect">
            <a:avLst/>
          </a:prstGeom>
          <a:pattFill prst="pct25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71" name="sp"/>
          <p:cNvSpPr/>
          <p:nvPr/>
        </p:nvSpPr>
        <p:spPr>
          <a:xfrm>
            <a:off x="4095750" y="142875"/>
            <a:ext cx="666750" cy="342900"/>
          </a:xfrm>
          <a:prstGeom prst="rect">
            <a:avLst/>
          </a:prstGeom>
          <a:pattFill prst="pct30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72" name="sp"/>
          <p:cNvSpPr/>
          <p:nvPr/>
        </p:nvSpPr>
        <p:spPr>
          <a:xfrm>
            <a:off x="5048250" y="142875"/>
            <a:ext cx="666750" cy="342900"/>
          </a:xfrm>
          <a:prstGeom prst="rect">
            <a:avLst/>
          </a:prstGeom>
          <a:pattFill prst="pct40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73" name="sp"/>
          <p:cNvSpPr/>
          <p:nvPr/>
        </p:nvSpPr>
        <p:spPr>
          <a:xfrm>
            <a:off x="285750" y="619125"/>
            <a:ext cx="666750" cy="342900"/>
          </a:xfrm>
          <a:prstGeom prst="rect">
            <a:avLst/>
          </a:prstGeom>
          <a:pattFill prst="pct50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74" name="sp"/>
          <p:cNvSpPr/>
          <p:nvPr/>
        </p:nvSpPr>
        <p:spPr>
          <a:xfrm>
            <a:off x="1238250" y="619125"/>
            <a:ext cx="666750" cy="342900"/>
          </a:xfrm>
          <a:prstGeom prst="rect">
            <a:avLst/>
          </a:prstGeom>
          <a:pattFill prst="pct60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75" name="sp"/>
          <p:cNvSpPr/>
          <p:nvPr/>
        </p:nvSpPr>
        <p:spPr>
          <a:xfrm>
            <a:off x="2190750" y="619125"/>
            <a:ext cx="666750" cy="342900"/>
          </a:xfrm>
          <a:prstGeom prst="rect">
            <a:avLst/>
          </a:prstGeom>
          <a:pattFill prst="pct70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76" name="sp"/>
          <p:cNvSpPr/>
          <p:nvPr/>
        </p:nvSpPr>
        <p:spPr>
          <a:xfrm>
            <a:off x="3143250" y="619125"/>
            <a:ext cx="666750" cy="342900"/>
          </a:xfrm>
          <a:prstGeom prst="rect">
            <a:avLst/>
          </a:prstGeom>
          <a:pattFill prst="pct75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77" name="sp"/>
          <p:cNvSpPr/>
          <p:nvPr/>
        </p:nvSpPr>
        <p:spPr>
          <a:xfrm>
            <a:off x="4095750" y="619125"/>
            <a:ext cx="666750" cy="342900"/>
          </a:xfrm>
          <a:prstGeom prst="rect">
            <a:avLst/>
          </a:prstGeom>
          <a:pattFill prst="pct80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78" name="sp"/>
          <p:cNvSpPr/>
          <p:nvPr/>
        </p:nvSpPr>
        <p:spPr>
          <a:xfrm>
            <a:off x="5048250" y="619125"/>
            <a:ext cx="666750" cy="342900"/>
          </a:xfrm>
          <a:prstGeom prst="rect">
            <a:avLst/>
          </a:prstGeom>
          <a:pattFill prst="pct90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79" name="sp"/>
          <p:cNvSpPr/>
          <p:nvPr/>
        </p:nvSpPr>
        <p:spPr>
          <a:xfrm>
            <a:off x="285750" y="1095375"/>
            <a:ext cx="666750" cy="342900"/>
          </a:xfrm>
          <a:prstGeom prst="rect">
            <a:avLst/>
          </a:prstGeom>
          <a:pattFill prst="ltHorz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80" name="sp"/>
          <p:cNvSpPr/>
          <p:nvPr/>
        </p:nvSpPr>
        <p:spPr>
          <a:xfrm>
            <a:off x="1238250" y="1095375"/>
            <a:ext cx="666750" cy="342900"/>
          </a:xfrm>
          <a:prstGeom prst="rect">
            <a:avLst/>
          </a:prstGeom>
          <a:pattFill prst="horz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81" name="sp"/>
          <p:cNvSpPr/>
          <p:nvPr/>
        </p:nvSpPr>
        <p:spPr>
          <a:xfrm>
            <a:off x="2190750" y="1095375"/>
            <a:ext cx="666750" cy="342900"/>
          </a:xfrm>
          <a:prstGeom prst="rect">
            <a:avLst/>
          </a:prstGeom>
          <a:pattFill prst="dkHorz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82" name="sp"/>
          <p:cNvSpPr/>
          <p:nvPr/>
        </p:nvSpPr>
        <p:spPr>
          <a:xfrm>
            <a:off x="3143250" y="1095375"/>
            <a:ext cx="666750" cy="342900"/>
          </a:xfrm>
          <a:prstGeom prst="rect">
            <a:avLst/>
          </a:prstGeom>
          <a:pattFill prst="ltVert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83" name="sp"/>
          <p:cNvSpPr/>
          <p:nvPr/>
        </p:nvSpPr>
        <p:spPr>
          <a:xfrm>
            <a:off x="4095750" y="1095375"/>
            <a:ext cx="666750" cy="342900"/>
          </a:xfrm>
          <a:prstGeom prst="rect">
            <a:avLst/>
          </a:prstGeom>
          <a:pattFill prst="vert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84" name="sp"/>
          <p:cNvSpPr/>
          <p:nvPr/>
        </p:nvSpPr>
        <p:spPr>
          <a:xfrm>
            <a:off x="5048250" y="1095375"/>
            <a:ext cx="666750" cy="342900"/>
          </a:xfrm>
          <a:prstGeom prst="rect">
            <a:avLst/>
          </a:prstGeom>
          <a:pattFill prst="dkVert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85" name="sp"/>
          <p:cNvSpPr/>
          <p:nvPr/>
        </p:nvSpPr>
        <p:spPr>
          <a:xfrm>
            <a:off x="285750" y="1571625"/>
            <a:ext cx="666750" cy="342900"/>
          </a:xfrm>
          <a:prstGeom prst="rect">
            <a:avLst/>
          </a:prstGeom>
          <a:pattFill prst="ltUpDiag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86" name="sp"/>
          <p:cNvSpPr/>
          <p:nvPr/>
        </p:nvSpPr>
        <p:spPr>
          <a:xfrm>
            <a:off x="1238250" y="1571625"/>
            <a:ext cx="666750" cy="342900"/>
          </a:xfrm>
          <a:prstGeom prst="rect">
            <a:avLst/>
          </a:prstGeom>
          <a:pattFill prst="upDiag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87" name="sp"/>
          <p:cNvSpPr/>
          <p:nvPr/>
        </p:nvSpPr>
        <p:spPr>
          <a:xfrm>
            <a:off x="2190750" y="1571625"/>
            <a:ext cx="666750" cy="342900"/>
          </a:xfrm>
          <a:prstGeom prst="rect">
            <a:avLst/>
          </a:prstGeom>
          <a:pattFill prst="ltDnDiag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88" name="sp"/>
          <p:cNvSpPr/>
          <p:nvPr/>
        </p:nvSpPr>
        <p:spPr>
          <a:xfrm>
            <a:off x="3143250" y="1571625"/>
            <a:ext cx="666750" cy="342900"/>
          </a:xfrm>
          <a:prstGeom prst="rect">
            <a:avLst/>
          </a:prstGeom>
          <a:pattFill prst="dnDiag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89" name="sp"/>
          <p:cNvSpPr/>
          <p:nvPr/>
        </p:nvSpPr>
        <p:spPr>
          <a:xfrm>
            <a:off x="4095750" y="1571625"/>
            <a:ext cx="666750" cy="342900"/>
          </a:xfrm>
          <a:prstGeom prst="rect">
            <a:avLst/>
          </a:prstGeom>
          <a:pattFill prst="smGrid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90" name="sp"/>
          <p:cNvSpPr/>
          <p:nvPr/>
        </p:nvSpPr>
        <p:spPr>
          <a:xfrm>
            <a:off x="5048250" y="1571625"/>
            <a:ext cx="666750" cy="342900"/>
          </a:xfrm>
          <a:prstGeom prst="rect">
            <a:avLst/>
          </a:prstGeom>
          <a:pattFill prst="lgGrid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91" name="sp"/>
          <p:cNvSpPr/>
          <p:nvPr/>
        </p:nvSpPr>
        <p:spPr>
          <a:xfrm>
            <a:off x="285750" y="2047875"/>
            <a:ext cx="666750" cy="342900"/>
          </a:xfrm>
          <a:prstGeom prst="rect">
            <a:avLst/>
          </a:prstGeom>
          <a:pattFill prst="cross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92" name="sp"/>
          <p:cNvSpPr/>
          <p:nvPr/>
        </p:nvSpPr>
        <p:spPr>
          <a:xfrm>
            <a:off x="1238250" y="2047875"/>
            <a:ext cx="666750" cy="342900"/>
          </a:xfrm>
          <a:prstGeom prst="rect">
            <a:avLst/>
          </a:prstGeom>
          <a:pattFill prst="diagCross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93" name="sp"/>
          <p:cNvSpPr/>
          <p:nvPr/>
        </p:nvSpPr>
        <p:spPr>
          <a:xfrm>
            <a:off x="2190750" y="2047875"/>
            <a:ext cx="666750" cy="342900"/>
          </a:xfrm>
          <a:prstGeom prst="rect">
            <a:avLst/>
          </a:prstGeom>
          <a:pattFill prst="trellis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94" name="sp"/>
          <p:cNvSpPr/>
          <p:nvPr/>
        </p:nvSpPr>
        <p:spPr>
          <a:xfrm>
            <a:off x="3143250" y="2047875"/>
            <a:ext cx="666750" cy="342900"/>
          </a:xfrm>
          <a:prstGeom prst="rect">
            <a:avLst/>
          </a:prstGeom>
          <a:pattFill prst="wave">
            <a:fgClr>
              <a:srgbClr val="1565C0"/>
            </a:fgClr>
            <a:bgClr>
              <a:srgbClr val="FFF4D6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箭头组变换"/>
          <p:cNvGrpSpPr/>
          <p:nvPr/>
        </p:nvGrpSpPr>
        <p:grpSpPr>
          <a:xfrm rot="1800000">
            <a:off x="1714500" y="476250"/>
            <a:ext cx="2857500" cy="1714500"/>
            <a:chOff x="0" y="0"/>
            <a:chExt cx="2381250" cy="1905000"/>
          </a:xfrm>
        </p:grpSpPr>
        <p:sp>
          <p:nvSpPr>
            <p:cNvPr id="164" name="sp"/>
            <p:cNvSpPr/>
            <p:nvPr/>
          </p:nvSpPr>
          <p:spPr>
            <a:xfrm>
              <a:off x="285750" y="190500"/>
              <a:ext cx="1428750" cy="857250"/>
            </a:xfrm>
            <a:prstGeom prst="ellipse">
              <a:avLst/>
            </a:prstGeom>
            <a:pattFill prst="diagCross">
              <a:fgClr>
                <a:srgbClr val="1565C0"/>
              </a:fgClr>
              <a:bgClr>
                <a:srgbClr val="FFF4D6"/>
              </a:bgClr>
            </a:pattFill>
          </p:spPr>
          <p:txBody>
            <a:bodyPr anchor="ctr"/>
            <a:lstStyle/>
            <a:p>
              <a:endParaRPr/>
            </a:p>
          </p:txBody>
        </p:sp>
      </p:grpSp>
      <p:sp>
        <p:nvSpPr>
          <p:cNvPr id="195" name="sp"/>
          <p:cNvSpPr/>
          <p:nvPr/>
        </p:nvSpPr>
        <p:spPr>
          <a:xfrm>
            <a:off x="381000" y="1714500"/>
            <a:ext cx="1143000" cy="666750"/>
          </a:xfrm>
          <a:prstGeom prst="rect">
            <a:avLst/>
          </a:prstGeom>
          <a:pattFill prst="pct50">
            <a:fgClr>
              <a:srgbClr val="1565C0">
                <a:alpha val="50000"/>
              </a:srgbClr>
            </a:fgClr>
            <a:bgClr>
              <a:srgbClr val="FFF4D6"/>
            </a:bgClr>
          </a:pattFill>
          <a:ln w="38100">
            <a:solidFill>
              <a:srgbClr val="E53935"/>
            </a:solidFill>
            <a:prstDash val="dash"/>
          </a:ln>
        </p:spPr>
        <p:txBody>
          <a:bodyPr anchor="ctr"/>
          <a:lstStyle/>
          <a:p>
            <a:endParaRPr/>
          </a:p>
        </p:txBody>
      </p:sp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p"/>
          <p:cNvSpPr/>
          <p:nvPr/>
        </p:nvSpPr>
        <p:spPr>
          <a:xfrm>
            <a:off x="381000" y="2667000"/>
            <a:ext cx="952500" cy="6667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Chinese"/>
                <a:ea typeface="WebPPT Glyph Chinese"/>
              </a:rPr>
              <a:t>中文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Patterns">
  <a:themeElements>
    <a:clrScheme name="VectorPdfPattern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Pattern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Pattern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