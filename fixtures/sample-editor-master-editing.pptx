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keep.xml" ContentType="application/x-web-ppt-keep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41"/>
  </p:sldMasterIdLst>
  <p:sldIdLst>
    <p:sldId id="900" r:id="rId40"/>
    <p:sldId id="300" r:id="rId42"/>
    <p:sldId id="301" r:id="rId43"/>
  </p:sldIdLst>
  <p:sldSz cx="12192000" cy="6858000"/>
  <p:notesSz cx="6858000" cy="9144000"/>
  <p:defaultTextStyle>
    <a:defPPr>
      <a:defRPr>
        <a:solidFill>
          <a:schemeClr val="accent1"/>
        </a:solidFill>
        <a:latin typeface="+mn-lt"/>
      </a:defRPr>
    </a:defPPr>
  </p:defaultTextStyle>
  <p:extLst>
    <p:ext uri="{ADD-SLIDE-SECTION}">
      <fixture:sectionLst xmlns:fixture="urn:web-ppt:add-slide">
        <fixture:section>
          <fixture:sldIdLst>
            <fixture:sldId id="KEEP-SECTION"/>
          </fixture:sldIdLst>
        </fixture:section>
      </fixture:sectionLst>
      <p14:sectionLst xmlns:p14="http://schemas.microsoft.com/office/powerpoint/2010/main">
        <p14:section name="第一节" id="{11111111-1111-1111-1111-111111111111}">
          <p14:sldIdLst>
            <p14:sldId xmlns:fixture="urn:web-ppt:add-slide" fixture:id="999" id="900"/>
          </p14:sldIdLst>
        </p14:section>
      </p14:sectionLst>
      <fixture:keep xmlns:fixture="urn:web-ppt:add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Target="slides/slide7.xml" Type="http://schemas.openxmlformats.org/officeDocument/2006/relationships/slide" Id="rId40"/><Relationship Id="rId3" Type="http://schemas.openxmlformats.org/officeDocument/2006/relationships/theme" Target="theme/theme1.xml"/><Relationship Id="rId77" Type="urn:web-ppt:unknown" Target="../customXml/keep.xml"/><Relationship Id="rId41" Type="http://schemas.openxmlformats.org/officeDocument/2006/relationships/slideMaster" Target="slideMasters/slideMaster2.xml"/><Relationship Id="rId42" Type="http://schemas.openxmlformats.org/officeDocument/2006/relationships/slide" Target="slides/slide8.xml"/><Relationship Id="rId43" Type="http://schemas.openxmlformats.org/officeDocument/2006/relationships/slide" Target="slides/slide9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正文"/>
          <p:cNvSpPr/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chemeClr val="tx1"/>
                </a:solidFill>
              </a:rPr>
              <a:t>换版式必须保留备注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版式色带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1" name="版式下一页链接">
            <a:hlinkClick action="ppaction://hlinkshowjump?jump=nextslide"/>
          </p:cNvPr>
          <p:cNvSpPr/>
          <p:nvPr/>
        </p:nvSpPr>
        <p:spPr>
          <a:xfrm>
            <a:off x="11620500" y="190500"/>
            <a:ext cx="228600" cy="228600"/>
          </a:xfrm>
          <a:prstGeom prst="rect">
            <a:avLst/>
          </a:prstGeom>
          <a:noFill/>
        </p:spPr>
      </p:sp>
      <p:sp>
        <p:nvSpPr>
          <p:cNvPr id="90" name="标题占位符"/>
          <p:cNvSpPr/>
          <p:nvPr>
            <p:ph type="title" idx="1"/>
          </p:nvPr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sz="3000"/>
              <a:t>单击此处添加标题</a:t>
            </a:r>
          </a:p>
        </p:txBody>
      </p:sp>
      <p:sp>
        <p:nvSpPr>
          <p:cNvPr id="91" name="正文占位符"/>
          <p:cNvSpPr/>
          <p:nvPr>
            <p:ph type="body" idx="2"/>
          </p:nvPr>
        </p:nvSpPr>
        <p:spPr>
          <a:xfrm>
            <a:off x="1143000" y="2095500"/>
            <a:ext cx="9906000" cy="371475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单击此处添加正文</a:t>
            </a:r>
          </a:p>
        </p:txBody>
      </p:sp>
      <p:sp>
        <p:nvSpPr>
          <p:cNvPr id="92" name="页码占位符"/>
          <p:cNvSpPr/>
          <p:nvPr>
            <p:ph type="sldNum" idx="3"/>
          </p:nvPr>
        </p:nvSpPr>
        <p:spPr>
          <a:xfrm>
            <a:off x="381000" y="6429375"/>
            <a:ext cx="5715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sz="1200"/>
              <a:t>第 </a:t>
            </a:r>
            <a:fld xmlns:fixture="urn:web-ppt:add-slide" fixture:type="KEEP-TYPE" id="{00000000-0000-0000-0000-000000000092}" type="slidenum">
              <a:rPr sz="1200"/>
              <a:t>99</a:t>
            </a:fld>
            <a:r>
              <a:rPr sz="1200"/>
              <a:t> 页</a:t>
            </a:r>
          </a:p>
        </p:txBody>
        <p:extLst>
          <p:ext uri="{ADD-SLIDE-FIELD}">
            <fixture:fld xmlns:fixture="urn:web-ppt:add-slide" type="slidenum">
              <fixture:t>KEEP-FIELD</fixture:t>
            </fixture:fld>
          </p:ext>
        </p:extLst>
      </p:sp>
      <p:sp>
        <p:nvSpPr>
          <p:cNvPr id="93" name="图片占位符"/>
          <p:cNvSpPr/>
          <p:nvPr>
            <p:ph type="pic" idx="4"/>
          </p:nvPr>
        </p:nvSpPr>
        <p:spPr>
          <a:xfrm>
            <a:off x="9906000" y="5905500"/>
            <a:ext cx="11430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单击此处添加图片</a:t>
            </a:r>
          </a:p>
        </p:txBody>
      </p:sp>
      <p:sp>
        <p:nvSpPr>
          <p:cNvPr id="94" name="来源独有占位符"/>
          <p:cNvSpPr/>
          <p:nvPr>
            <p:ph type="cust" idx="6"/>
          </p:nvPr>
        </p:nvSpPr>
        <p:spPr>
          <a:xfrm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提示-来源独有占位符</a:t>
            </a:r>
          </a:p>
        </p:txBody>
      </p:sp>
      <p:sp>
        <p:nvSpPr>
          <p:cNvPr id="95" name="版式末页链接">
            <a:hlinkClick action="ppaction://hlinkshowjump?jump=lastslide"/>
          </p:cNvPr>
          <p:cNvSpPr/>
          <p:nvPr/>
        </p:nvSpPr>
        <p:spPr>
          <a:xfrm>
            <a:off x="11239500" y="190500"/>
            <a:ext cx="190500" cy="190500"/>
          </a:xfrm>
          <a:prstGeom prst="rect">
            <a:avLst/>
          </a:prstGeom>
          <a:noFill/>
        </p:spPr>
      </p:sp>
    </p:spTree>
  </p:cSld>
  <p:clrMapOvr>
    <a:masterClrMapping/>
  </p:clrMapOvr>
  <p:transition advTm="3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1">
  <p:cSld name="重点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目标版式角标"/>
          <p:cNvSpPr/>
          <p:nvPr/>
        </p:nvSpPr>
        <p:spPr>
          <a:xfrm>
            <a:off x="190500" y="190500"/>
            <a:ext cx="1714500" cy="400050"/>
          </a:xfrm>
          <a:prstGeom prst="roundRect">
            <a:avLst/>
          </a:prstGeom>
          <a:solidFill>
            <a:schemeClr val="accent2"/>
          </a:solidFill>
        </p:spPr>
      </p:sp>
      <p:sp>
        <p:nvSpPr>
          <p:cNvPr id="111" name="目标居中标题"/>
          <p:cNvSpPr/>
          <p:nvPr>
            <p:ph type="ctrTitle" idx="1"/>
          </p:nvPr>
        </p:nvSpPr>
        <p:spPr>
          <a:xfrm>
            <a:off x="2476500" y="438150"/>
            <a:ext cx="7810500" cy="838200"/>
          </a:xfrm>
          <a:prstGeom prst="rect">
            <a:avLst/>
          </a:prstGeom>
          <a:noFill/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sz="3600">
                <a:solidFill>
                  <a:schemeClr val="tx1"/>
                </a:solidFill>
              </a:rPr>
              <a:t>提示-目标居中标题</a:t>
            </a:r>
          </a:p>
        </p:txBody>
      </p:sp>
      <p:sp>
        <p:nvSpPr>
          <p:cNvPr id="112" name="目标内容"/>
          <p:cNvSpPr/>
          <p:nvPr>
            <p:ph type="body" idx="22"/>
          </p:nvPr>
        </p:nvSpPr>
        <p:spPr>
          <a:xfrm>
            <a:off x="4381500" y="1714500"/>
            <a:ext cx="6858000" cy="3429000"/>
          </a:xfrm>
          <a:prstGeom prst="rect">
            <a:avLst/>
          </a:prstGeom>
          <a:noFill/>
          <a:effectLst>
            <a:glow rad="28575">
              <a:srgbClr val="00FF00"/>
            </a:glow>
          </a:effectLst>
        </p:spPr>
        <p:txBody>
          <a:bodyPr/>
          <a:lstStyle>
            <a:lvl1pPr>
              <a:buChar char="◆"/>
              <a:defRPr sz="2200" baseline="25000" spc="2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/>
                </a:gradFill>
                <a:uFill>
                  <a:solidFill>
                    <a:srgbClr val="FF00FF"/>
                  </a:solidFill>
                </a:uFill>
                <a:latin typeface="Target Latin"/>
                <a:ea typeface="Target EA"/>
                <a:cs typeface="Target CS"/>
                <a:ln w="9525">
                  <a:solidFill>
                    <a:schemeClr val="accent1"/>
                  </a:solidFill>
                </a:ln>
              </a:defRPr>
            </a:lvl1pPr>
            <a:lvl2pPr marL="685800" indent="-171450">
              <a:buClr>
                <a:srgbClr val="00AA00"/>
              </a:buClr>
              <a:buFont typeface="Target Bullet"/>
              <a:buSzPct val="80000"/>
              <a:buChar char="◇"/>
              <a:defRPr sz="1800">
                <a:solidFill>
                  <a:schemeClr val="accent1"/>
                </a:solidFill>
                <a:latin typeface="Target Level2 Latin"/>
                <a:ea typeface="Target Level2 EA"/>
                <a:cs typeface="Target Level2 CS"/>
              </a:defRPr>
            </a:lvl2pPr>
          </a:lstStyle>
          <a:p>
            <a:r>
              <a:rPr sz="2200">
                <a:solidFill>
                  <a:schemeClr val="tx1"/>
                </a:solidFill>
              </a:rPr>
              <a:t>提示-目标内容</a:t>
            </a:r>
          </a:p>
        </p:txBody>
      </p:sp>
      <p:sp>
        <p:nvSpPr>
          <p:cNvPr id="113" name="目标图片"/>
          <p:cNvSpPr/>
          <p:nvPr>
            <p:ph type="pic" idx="4"/>
          </p:nvPr>
        </p:nvSpPr>
        <p:spPr>
          <a:xfrm>
            <a:off x="666750" y="1714500"/>
            <a:ext cx="3048000" cy="24765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提示-目标图片</a:t>
            </a:r>
          </a:p>
        </p:txBody>
      </p:sp>
      <p:sp>
        <p:nvSpPr>
          <p:cNvPr id="114" name="目标新增副标题"/>
          <p:cNvSpPr/>
          <p:nvPr>
            <p:ph type="subTitle" idx="5"/>
          </p:nvPr>
        </p:nvSpPr>
        <p:spPr>
          <a:xfrm>
            <a:off x="2476500" y="5334000"/>
            <a:ext cx="7810500" cy="552450"/>
          </a:xfrm>
          <a:prstGeom prst="rect">
            <a:avLst/>
          </a:prstGeom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sz="1600">
                <a:solidFill>
                  <a:schemeClr val="tx1"/>
                </a:solidFill>
              </a:rPr>
              <a:t>提示-目标新增副标题</a:t>
            </a:r>
          </a:p>
        </p:txBody>
      </p:sp>
      <p:sp>
        <p:nvSpPr>
          <p:cNvPr id="115" name="目标页码"/>
          <p:cNvSpPr/>
          <p:nvPr>
            <p:ph type="sldNum" idx="3"/>
          </p:nvPr>
        </p:nvSpPr>
        <p:spPr>
          <a:xfrm>
            <a:off x="10668000" y="6381750"/>
            <a:ext cx="952500" cy="228600"/>
          </a:xfrm>
          <a:prstGeom prst="rect">
            <a:avLst/>
          </a:prstGeom>
          <a:noFill/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sz="2100">
                <a:solidFill>
                  <a:schemeClr val="tx1"/>
                </a:solidFill>
              </a:rPr>
              <a:t>提示-目标页码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extLst/>
    </mc:Choice>
    <mc:Fallback>
      <p:transition>
        <p:cut/>
      </p:transition>
    </mc:Fallback>
  </mc:AlternateContent>
  <mc:AlternateContent xmlns:mc="http://schemas.openxmlformats.org/markup-compatibility/2006">
    <mc:Choice xmlns:p200="urn:web-ppt:future" Requires="p200">
      <p:transition>
        <p200:futureEffect/>
      </p:transition>
    </mc:Choice>
    <mc:Fallback>
      <p:transition spd="fast">
        <p:push dir="r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1">
  <p:cSld name="母版文字继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母版继承正文"/>
          <p:cNvSpPr/>
          <p:nvPr>
            <p:ph type="body" idx="22"/>
          </p:nvPr>
        </p:nvSpPr>
        <p:spPr>
          <a:xfrm>
            <a:off x="1714500" y="1428750"/>
            <a:ext cx="8382000" cy="4000500"/>
          </a:xfrm>
          <a:prstGeom prst="rect">
            <a:avLst/>
          </a:prstGeom>
          <a:noFill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母版标记"/>
          <p:cNvSpPr/>
          <p:nvPr/>
        </p:nvSpPr>
        <p:spPr>
          <a:xfrm>
            <a:off x="11239500" y="6286500"/>
            <a:ext cx="571500" cy="228600"/>
          </a:xfrm>
          <a:prstGeom prst="round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目标母版标记">
            <a:hlinkClick action="ppaction://hlinkshowjump?jump=lastslide"/>
          </p:cNvPr>
          <p:cNvSpPr/>
          <p:nvPr/>
        </p:nvSpPr>
        <p:spPr>
          <a:xfrm>
            <a:off x="9906000" y="171450"/>
            <a:ext cx="1714500" cy="266700"/>
          </a:xfrm>
          <a:prstGeom prst="rect">
            <a:avLst/>
          </a:prstGeom>
          <a:solidFill>
            <a:schemeClr val="accent2"/>
          </a:solidFill>
        </p:spPr>
      </p:sp>
      <p:graphicFrame>
        <p:nvGraphicFramePr>
          <p:cNvPr id="161" name="母版源表格"/>
          <p:cNvGraphicFramePr>
            <a:graphicFrameLocks noGrp="1"/>
          </p:cNvGraphicFramePr>
          <p:nvPr/>
        </p:nvGraphicFramePr>
        <p:xfrm>
          <a:off x="8191500" y="762000"/>
          <a:ext cx="2667000" cy="419100"/>
        </p:xfrm>
        <a:graphic>
          <a:graphicData uri="http://schemas.openxmlformats.org/drawingml/2006/table">
            <a:tbl>
              <a:tblPr firstRow="1"/>
              <a:tblGrid>
                <a:gridCol w="2667000"/>
              </a:tblGrid>
              <a:tr h="419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母版表格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3"/>
  </p:sldLayoutIdLst>
  <p:txStyles>
    <p:titleStyle>
      <a:lvl1pPr>
        <a:defRPr sz="3400">
          <a:solidFill>
            <a:schemeClr val="tx1"/>
          </a:solidFill>
        </a:defRPr>
      </a:lvl1pPr>
    </p:titleStyle>
    <p:bodyStyle>
      <a:lvl1pPr>
        <a:buChar char="•"/>
        <a:defRPr sz="2000">
          <a:solidFill>
            <a:schemeClr val="tx1"/>
          </a:solidFill>
          <a:latin typeface="+mn-lt"/>
        </a:defRPr>
      </a:lvl1pPr>
      <a:lvl2pPr marL="457200" indent="-171450">
        <a:buChar char="◦"/>
        <a:defRPr sz="1800">
          <a:solidFill>
            <a:schemeClr val="accent1"/>
          </a:solidFill>
          <a:latin typeface="+mn-lt"/>
        </a:defRPr>
      </a:lvl2pPr>
      <a:lvl3pPr marL="685800" indent="-171450">
        <a:buChar char="▪"/>
        <a:defRPr sz="1600">
          <a:solidFill>
            <a:schemeClr val="accent2"/>
          </a:solidFill>
          <a:latin typeface="+mn-lt"/>
        </a:defRPr>
      </a:lvl3pPr>
    </p:bodyStyle>
    <p:otherStyle>
      <a:lvl1pPr>
        <a:defRPr sz="1400"/>
      </a:lvl1pPr>
    </p:otherStyle>
  </p:txStyles>
  <p:hf sldNum="0"/>
  <p:extLst>
    <p:ext uri="urn:web-ppt:master-keep">
      <p200:masterData xmlns:p200="urn:web-ppt:future" keep="yes"/>
    </p:ext>
  </p:extLst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image" Target="../media/change-layout.png"/>
<Relationship Id="rId4" Type="http://schemas.openxmlformats.org/officeDocument/2006/relationships/notesSlide" Target="../notesSlides/notesSlide7.xml"/>
<Relationship Id="rId99" Type="urn:web-ppt:unknown" Target="../../customXml/keep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image" Target="../media/change-layout.png"/>
<Relationship Id="rId99" Type="urn:web-ppt:unknown" Target="../../customXml/keep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xfrm>
            <a:off x="1524000" y="2266950"/>
            <a:ext cx="8572500" cy="247650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>
            <a:lvl3pPr marL="1714500" indent="-190500">
              <a:buChar char="☞"/>
              <a:defRPr sz="2100"/>
            </a:lvl3pPr>
          </a:lstStyle>
          <a:p>
            <a:r>
              <a:rPr sz="2400" baseline="0" spc="0">
                <a:solidFill>
                  <a:schemeClr val="bg1"/>
                </a:solidFill>
                <a:ln>
                  <a:noFill/>
                </a:ln>
                <a:uFillTx/>
                <a:latin typeface="Source Latin"/>
              </a:rPr>
              <a:t>用于验证换版式保持直设位置与格式</a:t>
            </a:r>
          </a:p>
          <a:p>
            <a:pPr lvl="1">
              <a:buClrTx/>
              <a:buFontTx/>
              <a:buSzPts val="2000"/>
            </a:pPr>
            <a:r>
              <a:t>二级正文沿用目标级别样式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  <p:pic>
        <p:nvPicPr>
          <p:cNvPr id="808" name="现有图片占位符"/>
          <p:cNvPicPr/>
          <p:nvPr>
            <p:ph type="pic" idx="4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809" name="来源独有内容"/>
          <p:cNvSpPr/>
          <p:nvPr>
            <p:ph type="cust" idx="6"/>
          </p:nvPr>
        </p:nvSpPr>
        <p:spPr>
          <a:xfrm rot="0" flipH="0" flipV="0"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sz="1600">
                <a:solidFill>
                  <a:schemeClr val="tx1"/>
                </a:solidFill>
              </a:rPr>
              <a:t>找不到目标占位符也不能丢</a:t>
            </a:r>
          </a:p>
        </p:txBody>
      </p:sp>
      <p:sp>
        <p:nvSpPr>
          <p:cNvPr id="810" name="普通业务形状"/>
          <p:cNvSpPr/>
          <p:nvPr/>
        </p:nvSpPr>
        <p:spPr>
          <a:xfrm>
            <a:off x="9334500" y="5619750"/>
            <a:ext cx="1714500" cy="514350"/>
          </a:xfrm>
          <a:prstGeom prst="hexagon">
            <a:avLst/>
          </a:prstGeom>
          <a:solidFill>
            <a:schemeClr val="accent1"/>
          </a:solidFill>
        </p:spPr>
        <p:txBody>
          <a:bodyPr/>
          <a:lstStyle/>
          <a:p>
            <a:r>
              <a:t>保持原位</a:t>
            </a:r>
          </a:p>
        </p:txBody>
      </p:sp>
      <p:sp>
        <p:nvSpPr>
          <p:cNvPr id="811" name="动态页码"/>
          <p:cNvSpPr/>
          <p:nvPr>
            <p:ph type="sldNum" idx="3"/>
          </p:nvPr>
        </p:nvSpPr>
        <p:spPr/>
        <p:txBody>
          <a:bodyPr/>
          <a:lstStyle/>
          <a:p>
            <a:fld id="{00000000-0000-0000-0000-000000000811}" type="slidenum">
              <a:rPr sz="1200"/>
              <a:t>1</a:t>
            </a:fld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xfrm>
            <a:off x="1524000" y="2266950"/>
            <a:ext cx="8572500" cy="247650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>
            <a:lvl3pPr marL="1714500" indent="-190500">
              <a:buChar char="☞"/>
              <a:defRPr sz="2100"/>
            </a:lvl3pPr>
          </a:lstStyle>
          <a:p>
            <a:r>
              <a:rPr sz="2400" baseline="0" spc="0">
                <a:solidFill>
                  <a:schemeClr val="bg1"/>
                </a:solidFill>
                <a:ln>
                  <a:noFill/>
                </a:ln>
                <a:uFillTx/>
                <a:latin typeface="Source Latin"/>
              </a:rPr>
              <a:t>用于验证换版式保持直设位置与格式</a:t>
            </a:r>
          </a:p>
          <a:p>
            <a:pPr lvl="1">
              <a:buClrTx/>
              <a:buFontTx/>
              <a:buSzPts val="2000"/>
            </a:pPr>
            <a:r>
              <a:t>二级正文沿用目标级别样式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  <p:pic>
        <p:nvPicPr>
          <p:cNvPr id="808" name="现有图片占位符"/>
          <p:cNvPicPr/>
          <p:nvPr>
            <p:ph type="pic" idx="4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809" name="来源独有内容"/>
          <p:cNvSpPr/>
          <p:nvPr>
            <p:ph type="cust" idx="6"/>
          </p:nvPr>
        </p:nvSpPr>
        <p:spPr>
          <a:xfrm rot="0" flipH="0" flipV="0"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sz="1600">
                <a:solidFill>
                  <a:schemeClr val="tx1"/>
                </a:solidFill>
              </a:rPr>
              <a:t>找不到目标占位符也不能丢</a:t>
            </a:r>
          </a:p>
        </p:txBody>
      </p:sp>
      <p:sp>
        <p:nvSpPr>
          <p:cNvPr id="810" name="普通业务形状"/>
          <p:cNvSpPr/>
          <p:nvPr/>
        </p:nvSpPr>
        <p:spPr>
          <a:xfrm>
            <a:off x="9334500" y="5619750"/>
            <a:ext cx="1714500" cy="514350"/>
          </a:xfrm>
          <a:prstGeom prst="hexagon">
            <a:avLst/>
          </a:prstGeom>
          <a:solidFill>
            <a:schemeClr val="accent1"/>
          </a:solidFill>
        </p:spPr>
        <p:txBody>
          <a:bodyPr/>
          <a:lstStyle/>
          <a:p>
            <a:r>
              <a:t>保持原位</a:t>
            </a:r>
          </a:p>
        </p:txBody>
      </p:sp>
      <p:sp>
        <p:nvSpPr>
          <p:cNvPr id="811" name="动态页码"/>
          <p:cNvSpPr/>
          <p:nvPr>
            <p:ph type="sldNum" idx="3"/>
          </p:nvPr>
        </p:nvSpPr>
        <p:spPr/>
        <p:txBody>
          <a:bodyPr/>
          <a:lstStyle/>
          <a:p>
            <a:fld id="{00000000-0000-0000-0000-000000000811}" type="slidenum">
              <a:rPr sz="1200"/>
              <a:t>2</a:t>
            </a:fld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母版继承正文"/>
          <p:cNvSpPr/>
          <p:nvPr>
            <p:ph type="body" idx="22"/>
          </p:nvPr>
        </p:nvSpPr>
        <p:spPr/>
        <p:txBody>
          <a:bodyPr/>
          <a:lstStyle/>
          <a:p>
            <a:pPr lvl="0"/>
            <a:r>
              <a:t>母版一级</a:t>
            </a:r>
          </a:p>
          <a:p>
            <a:pPr lvl="1"/>
            <a:r>
              <a:t>母版二级</a:t>
            </a:r>
          </a:p>
          <a:p>
            <a:pPr lvl="2"/>
            <a:r>
              <a:rPr b="1"/>
              <a:t>局部粗体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d Slide Theme">
  <a:themeElements>
    <a:clrScheme name="Add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Target Layout Theme">
  <a:themeElements>
    <a:clrScheme name="Add Slide Theme">
      <a:dk1>
        <a:sysClr val="windowText" lastClr="1A1A1A"/>
      </a:dk1>
      <a:lt1>
        <a:sysClr val="window" lastClr="FFF5E6"/>
      </a:lt1>
      <a:dk2>
        <a:srgbClr val="1F3864"/>
      </a:dk2>
      <a:lt2>
        <a:srgbClr val="F2F2F2"/>
      </a:lt2>
      <a:accent1>
        <a:srgbClr val="0099CC"/>
      </a:accent1>
      <a:accent2>
        <a:srgbClr val="3366CC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Target Theme Latin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add-slide">原位保留</keep>
</file>