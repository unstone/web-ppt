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Default Extension="png" ContentType="image/png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6096000" cy="3429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Image" Type="http://schemas.openxmlformats.org/officeDocument/2006/relationships/image" Target="../media/swatch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rad-linear"/>
          <p:cNvSpPr/>
          <p:nvPr/>
        </p:nvSpPr>
        <p:spPr>
          <a:xfrm>
            <a:off x="381000" y="381000"/>
            <a:ext cx="1524000" cy="857250"/>
          </a:xfrm>
          <a:prstGeom prst="rect">
            <a:avLst/>
          </a:prstGeom>
          <a:gradFill>
            <a:gsLst>
              <a:gs pos="0">
                <a:srgbClr val="1565C0"/>
              </a:gs>
              <a:gs pos="100000">
                <a:srgbClr val="E53935"/>
              </a:gs>
            </a:gsLst>
            <a:lin ang="0" scaled="1"/>
          </a:gradFill>
        </p:spPr>
        <p:txBody>
          <a:bodyPr anchor="ctr"/>
          <a:lstStyle/>
          <a:p>
            <a:endParaRPr/>
          </a:p>
        </p:txBody>
      </p:sp>
      <p:sp>
        <p:nvSpPr>
          <p:cNvPr id="102" name="pat-smGrid"/>
          <p:cNvSpPr/>
          <p:nvPr/>
        </p:nvSpPr>
        <p:spPr>
          <a:xfrm>
            <a:off x="2095500" y="381000"/>
            <a:ext cx="1143000" cy="857250"/>
          </a:xfrm>
          <a:prstGeom prst="rect">
            <a:avLst/>
          </a:prstGeom>
          <a:pattFill prst="smGrid">
            <a:fgClr>
              <a:srgbClr val="1565C0"/>
            </a:fgClr>
            <a:bgClr>
              <a:srgbClr val="FFFFFF"/>
            </a:bgClr>
          </a:pattFill>
        </p:spPr>
        <p:txBody>
          <a:bodyPr anchor="ctr"/>
          <a:lstStyle/>
          <a:p>
            <a:endParaRPr/>
          </a:p>
        </p:txBody>
      </p:sp>
      <p:sp>
        <p:nvSpPr>
          <p:cNvPr id="103" name="arrow-triangle"/>
          <p:cNvSpPr/>
          <p:nvPr/>
        </p:nvSpPr>
        <p:spPr>
          <a:xfrm>
            <a:off x="3429000" y="381000"/>
            <a:ext cx="666750" cy="381000"/>
          </a:xfrm>
          <a:prstGeom prst="rect">
            <a:avLst/>
          </a:prstGeom>
          <a:noFill/>
          <a:ln w="19050">
            <a:solidFill>
              <a:srgbClr val="2E7D32"/>
            </a:solidFill>
            <a:prstDash val="dash"/>
            <a:headEnd type="triangle" w="med" len="med"/>
            <a:tailEnd type="triangle" w="med" len="med"/>
          </a:ln>
        </p:spPr>
        <p:txBody>
          <a:bodyPr anchor="ctr"/>
          <a:lstStyle/>
          <a:p>
            <a:endParaRPr/>
          </a:p>
        </p:txBody>
      </p:sp>
      <p:sp>
        <p:nvSpPr>
          <p:cNvPr id="104" name="arrow-stealth"/>
          <p:cNvSpPr/>
          <p:nvPr/>
        </p:nvSpPr>
        <p:spPr>
          <a:xfrm>
            <a:off x="4191000" y="381000"/>
            <a:ext cx="666750" cy="381000"/>
          </a:xfrm>
          <a:prstGeom prst="rect">
            <a:avLst/>
          </a:prstGeom>
          <a:noFill/>
          <a:ln w="19050">
            <a:solidFill>
              <a:srgbClr val="2E7D32"/>
            </a:solidFill>
            <a:prstDash val="dash"/>
            <a:headEnd type="stealth" w="med" len="med"/>
            <a:tailEnd type="stealth" w="med" len="med"/>
          </a:ln>
        </p:spPr>
        <p:txBody>
          <a:bodyPr anchor="ctr"/>
          <a:lstStyle/>
          <a:p>
            <a:endParaRPr/>
          </a:p>
        </p:txBody>
      </p:sp>
      <p:sp>
        <p:nvSpPr>
          <p:cNvPr id="105" name="arrow-diamond"/>
          <p:cNvSpPr/>
          <p:nvPr/>
        </p:nvSpPr>
        <p:spPr>
          <a:xfrm>
            <a:off x="4953000" y="381000"/>
            <a:ext cx="666750" cy="381000"/>
          </a:xfrm>
          <a:prstGeom prst="rect">
            <a:avLst/>
          </a:prstGeom>
          <a:noFill/>
          <a:ln w="19050">
            <a:solidFill>
              <a:srgbClr val="2E7D32"/>
            </a:solidFill>
            <a:prstDash val="dash"/>
            <a:headEnd type="diamond" w="med" len="med"/>
            <a:tailEnd type="diamond" w="med" len="med"/>
          </a:ln>
        </p:spPr>
        <p:txBody>
          <a:bodyPr anchor="ctr"/>
          <a:lstStyle/>
          <a:p>
            <a:endParaRPr/>
          </a:p>
        </p:txBody>
      </p:sp>
      <p:sp>
        <p:nvSpPr>
          <p:cNvPr id="106" name="arrow-oval"/>
          <p:cNvSpPr/>
          <p:nvPr/>
        </p:nvSpPr>
        <p:spPr>
          <a:xfrm>
            <a:off x="381000" y="1524000"/>
            <a:ext cx="666750" cy="381000"/>
          </a:xfrm>
          <a:prstGeom prst="rect">
            <a:avLst/>
          </a:prstGeom>
          <a:noFill/>
          <a:ln w="19050">
            <a:solidFill>
              <a:srgbClr val="2E7D32"/>
            </a:solidFill>
            <a:prstDash val="dash"/>
            <a:headEnd type="oval" w="med" len="med"/>
            <a:tailEnd type="oval" w="med" len="med"/>
          </a:ln>
        </p:spPr>
        <p:txBody>
          <a:bodyPr anchor="ctr"/>
          <a:lstStyle/>
          <a:p>
            <a:endParaRPr/>
          </a:p>
        </p:txBody>
      </p:sp>
      <p:sp>
        <p:nvSpPr>
          <p:cNvPr id="107" name="arrow-arrow"/>
          <p:cNvSpPr/>
          <p:nvPr/>
        </p:nvSpPr>
        <p:spPr>
          <a:xfrm>
            <a:off x="1143000" y="1524000"/>
            <a:ext cx="666750" cy="381000"/>
          </a:xfrm>
          <a:prstGeom prst="rect">
            <a:avLst/>
          </a:prstGeom>
          <a:noFill/>
          <a:ln w="19050">
            <a:solidFill>
              <a:srgbClr val="2E7D32"/>
            </a:solidFill>
            <a:prstDash val="dash"/>
            <a:headEnd type="arrow" w="med" len="med"/>
            <a:tailEnd type="arrow" w="med" len="med"/>
          </a:ln>
        </p:spPr>
        <p:txBody>
          <a:bodyPr anchor="ctr"/>
          <a:lstStyle/>
          <a:p>
            <a:endParaRPr/>
          </a:p>
        </p:txBody>
      </p:sp>
      <p:pic>
        <p:nvPicPr>
          <p:cNvPr id="108" name="裁剪图"/>
          <p:cNvPicPr/>
          <p:nvPr/>
        </p:nvPicPr>
        <p:blipFill>
          <a:blip r:embed="rIdImage"/>
          <a:srcRect l="12500" r="12500" t="12500" b="12500"/>
          <a:stretch>
            <a:fillRect/>
          </a:stretch>
        </p:blipFill>
        <p:spPr>
          <a:xfrm>
            <a:off x="3810000" y="152400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PptAppearance">
  <a:themeElements>
    <a:clrScheme name="PptAppearance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2E75B6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PptAppearan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PptAppearan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