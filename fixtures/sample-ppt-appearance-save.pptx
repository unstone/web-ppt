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swatch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rad-0"/>
          <p:cNvSpPr/>
          <p:nvPr/>
        </p:nvSpPr>
        <p:spPr>
          <a:xfrm>
            <a:off x="190500" y="381000"/>
            <a:ext cx="1143000" cy="85725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E53935"/>
              </a:gs>
            </a:gsLst>
            <a:lin ang="0" scaled="1"/>
          </a:gradFill>
        </p:spPr>
        <p:txBody>
          <a:bodyPr anchor="ctr"/>
          <a:lstStyle/>
          <a:p>
            <a:endParaRPr/>
          </a:p>
        </p:txBody>
      </p:sp>
      <p:sp>
        <p:nvSpPr>
          <p:cNvPr id="102" name="grad-45"/>
          <p:cNvSpPr/>
          <p:nvPr/>
        </p:nvSpPr>
        <p:spPr>
          <a:xfrm>
            <a:off x="1524000" y="381000"/>
            <a:ext cx="1143000" cy="85725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E53935">
                  <a:alpha val="50000"/>
                </a:srgbClr>
              </a:gs>
            </a:gsLst>
            <a:lin ang="2700000" scaled="1"/>
          </a:gradFill>
        </p:spPr>
        <p:txBody>
          <a:bodyPr anchor="ctr"/>
          <a:lstStyle/>
          <a:p>
            <a:endParaRPr/>
          </a:p>
        </p:txBody>
      </p:sp>
      <p:sp>
        <p:nvSpPr>
          <p:cNvPr id="103" name="grad-90"/>
          <p:cNvSpPr/>
          <p:nvPr/>
        </p:nvSpPr>
        <p:spPr>
          <a:xfrm>
            <a:off x="2857500" y="381000"/>
            <a:ext cx="1143000" cy="85725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E53935"/>
              </a:gs>
            </a:gsLst>
            <a:lin ang="5400000" scaled="1"/>
          </a:gradFill>
        </p:spPr>
        <p:txBody>
          <a:bodyPr anchor="ctr"/>
          <a:lstStyle/>
          <a:p>
            <a:endParaRPr/>
          </a:p>
        </p:txBody>
      </p:sp>
      <p:sp>
        <p:nvSpPr>
          <p:cNvPr id="104" name="grad-180"/>
          <p:cNvSpPr/>
          <p:nvPr/>
        </p:nvSpPr>
        <p:spPr>
          <a:xfrm>
            <a:off x="4191000" y="381000"/>
            <a:ext cx="1143000" cy="85725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E53935"/>
              </a:gs>
            </a:gsLst>
            <a:lin ang="10800000" scaled="1"/>
          </a:gradFill>
        </p:spPr>
        <p:txBody>
          <a:bodyPr anchor="ctr"/>
          <a:lstStyle/>
          <a:p>
            <a:endParaRPr/>
          </a:p>
        </p:txBody>
      </p:sp>
      <p:sp>
        <p:nvSpPr>
          <p:cNvPr id="105" name="arrow-triangle"/>
          <p:cNvSpPr/>
          <p:nvPr/>
        </p:nvSpPr>
        <p:spPr>
          <a:xfrm>
            <a:off x="190500" y="1524000"/>
            <a:ext cx="666750" cy="381000"/>
          </a:xfrm>
          <a:prstGeom prst="rect">
            <a:avLst/>
          </a:prstGeom>
          <a:noFill/>
          <a:ln w="19050">
            <a:solidFill>
              <a:srgbClr val="2E7D32"/>
            </a:solidFill>
            <a:prstDash val="dash"/>
            <a:headEnd type="triangle" w="med" len="med"/>
            <a:tailEnd type="triangle" w="med" len="med"/>
          </a:ln>
        </p:spPr>
        <p:txBody>
          <a:bodyPr anchor="ctr"/>
          <a:lstStyle/>
          <a:p>
            <a:endParaRPr/>
          </a:p>
        </p:txBody>
      </p:sp>
      <p:sp>
        <p:nvSpPr>
          <p:cNvPr id="106" name="arrow-stealth"/>
          <p:cNvSpPr/>
          <p:nvPr/>
        </p:nvSpPr>
        <p:spPr>
          <a:xfrm>
            <a:off x="952500" y="1524000"/>
            <a:ext cx="666750" cy="381000"/>
          </a:xfrm>
          <a:prstGeom prst="rect">
            <a:avLst/>
          </a:prstGeom>
          <a:noFill/>
          <a:ln w="19050">
            <a:solidFill>
              <a:srgbClr val="2E7D32"/>
            </a:solidFill>
            <a:prstDash val="dash"/>
            <a:headEnd type="stealth" w="med" len="med"/>
            <a:tailEnd type="stealth" w="med" len="med"/>
          </a:ln>
        </p:spPr>
        <p:txBody>
          <a:bodyPr anchor="ctr"/>
          <a:lstStyle/>
          <a:p>
            <a:endParaRPr/>
          </a:p>
        </p:txBody>
      </p:sp>
      <p:sp>
        <p:nvSpPr>
          <p:cNvPr id="107" name="arrow-diamond"/>
          <p:cNvSpPr/>
          <p:nvPr/>
        </p:nvSpPr>
        <p:spPr>
          <a:xfrm>
            <a:off x="1714500" y="1524000"/>
            <a:ext cx="666750" cy="381000"/>
          </a:xfrm>
          <a:prstGeom prst="rect">
            <a:avLst/>
          </a:prstGeom>
          <a:noFill/>
          <a:ln w="19050">
            <a:solidFill>
              <a:srgbClr val="2E7D32"/>
            </a:solidFill>
            <a:prstDash val="dash"/>
            <a:headEnd type="diamond" w="med" len="med"/>
            <a:tailEnd type="diamond" w="med" len="med"/>
          </a:ln>
        </p:spPr>
        <p:txBody>
          <a:bodyPr anchor="ctr"/>
          <a:lstStyle/>
          <a:p>
            <a:endParaRPr/>
          </a:p>
        </p:txBody>
      </p:sp>
      <p:sp>
        <p:nvSpPr>
          <p:cNvPr id="108" name="arrow-oval"/>
          <p:cNvSpPr/>
          <p:nvPr/>
        </p:nvSpPr>
        <p:spPr>
          <a:xfrm>
            <a:off x="190500" y="2190750"/>
            <a:ext cx="666750" cy="381000"/>
          </a:xfrm>
          <a:prstGeom prst="rect">
            <a:avLst/>
          </a:prstGeom>
          <a:noFill/>
          <a:ln w="19050">
            <a:solidFill>
              <a:srgbClr val="2E7D32"/>
            </a:solidFill>
            <a:prstDash val="dash"/>
            <a:headEnd type="oval" w="med" len="med"/>
            <a:tailEnd type="oval" w="med" len="med"/>
          </a:ln>
        </p:spPr>
        <p:txBody>
          <a:bodyPr anchor="ctr"/>
          <a:lstStyle/>
          <a:p>
            <a:endParaRPr/>
          </a:p>
        </p:txBody>
      </p:sp>
      <p:sp>
        <p:nvSpPr>
          <p:cNvPr id="109" name="arrow-arrow"/>
          <p:cNvSpPr/>
          <p:nvPr/>
        </p:nvSpPr>
        <p:spPr>
          <a:xfrm>
            <a:off x="952500" y="2190750"/>
            <a:ext cx="666750" cy="381000"/>
          </a:xfrm>
          <a:prstGeom prst="rect">
            <a:avLst/>
          </a:prstGeom>
          <a:noFill/>
          <a:ln w="19050">
            <a:solidFill>
              <a:srgbClr val="2E7D32"/>
            </a:solidFill>
            <a:prstDash val="dash"/>
            <a:headEnd type="arrow" w="med" len="med"/>
            <a:tailEnd type="arrow" w="med" len="med"/>
          </a:ln>
        </p:spPr>
        <p:txBody>
          <a:bodyPr anchor="ctr"/>
          <a:lstStyle/>
          <a:p>
            <a:endParaRPr/>
          </a:p>
        </p:txBody>
      </p:sp>
      <p:pic>
        <p:nvPicPr>
          <p:cNvPr id="110" name="裁剪图"/>
          <p:cNvPicPr/>
          <p:nvPr/>
        </p:nvPicPr>
        <p:blipFill>
          <a:blip r:embed="rIdImage"/>
          <a:srcRect l="10000" t="5000" r="20000" b="15000"/>
          <a:stretch>
            <a:fillRect/>
          </a:stretch>
        </p:blipFill>
        <p:spPr>
          <a:xfrm>
            <a:off x="3810000" y="15240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PptAppearance">
  <a:themeElements>
    <a:clrScheme name="PptAppearanc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PptAppearan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Appear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