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096000" cy="3429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p"/>
          <p:cNvSpPr/>
          <p:nvPr/>
        </p:nvSpPr>
        <p:spPr>
          <a:xfrm>
            <a:off x="381000" y="381000"/>
            <a:ext cx="53340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3200">
                <a:ln w="19050">
                  <a:solidFill>
                    <a:srgbClr val="FF0000"/>
                  </a:solidFill>
                </a:ln>
                <a:latin typeface="WebPPT Glyph Latin"/>
              </a:rPr>
              <a:t>A0B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ctorPdfTextStroke">
  <a:themeElements>
    <a:clrScheme name="VectorPdfTextStrok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VectorPdfTextStrok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ectorPdfTextStrok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