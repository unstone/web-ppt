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lide-properties-1"/>
          <p:cNvSpPr/>
          <p:nvPr/>
        </p:nvSpPr>
        <p:spPr>
          <a:xfrm>
            <a:off x="3714750" y="2381250"/>
            <a:ext cx="4762500" cy="17145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172554"/>
                </a:solidFill>
              </a:rPr>
              <a:t>页面属性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xmlns:fixture="urn:web-ppt:slide-properties" fixture:slot="solid">
      <p:bgPr fixture:keep="solid">
        <a:solidFill>
          <a:srgbClr val="0EA5E9">
            <a:alpha val="65000"/>
          </a:srgbClr>
        </a:solidFill>
        <a:effectLst/>
        <a:extLst>
          <a:ext uri="{SLIDE-PROPERTIES-SOLID}">
            <fixture:keep value="solid-extension"/>
          </a:ext>
        </a:ex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-properties-2"/>
          <p:cNvSpPr/>
          <p:nvPr/>
        </p:nvSpPr>
        <p:spPr>
          <a:xfrm>
            <a:off x="3714750" y="2381250"/>
            <a:ext cx="4762500" cy="17145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172554"/>
                </a:solidFill>
              </a:rPr>
              <a:t>页面属性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 xmlns:fixture="urn:web-ppt:slide-properties" fixture:slot="gradient">
      <p:bgPr fixture:keep="gradient">
        <a:gradFill rotWithShape="1">
          <a:gsLst>
            <a:gs pos="0">
              <a:srgbClr val="FDE68A"/>
            </a:gs>
            <a:gs pos="100000">
              <a:srgbClr val="F97316"/>
            </a:gs>
          </a:gsLst>
          <a:lin ang="2700000" scaled="1"/>
        </a:gradFill>
        <a:effectLst/>
        <a:extLst>
          <a:ext uri="{SLIDE-PROPERTIES-GRADIENT}">
            <fixture:keep value="gradient-extension"/>
          </a:ext>
        </a:ex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-properties-3"/>
          <p:cNvSpPr/>
          <p:nvPr/>
        </p:nvSpPr>
        <p:spPr>
          <a:xfrm>
            <a:off x="3714750" y="2381250"/>
            <a:ext cx="4762500" cy="17145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172554"/>
                </a:solidFill>
              </a:rPr>
              <a:t>页面属性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iagCross">
          <a:fgClr>
            <a:srgbClr val="14532D"/>
          </a:fgClr>
          <a:bgClr>
            <a:srgbClr val="DCFCE7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-properties-4"/>
          <p:cNvSpPr/>
          <p:nvPr/>
        </p:nvSpPr>
        <p:spPr>
          <a:xfrm>
            <a:off x="3714750" y="2381250"/>
            <a:ext cx="4762500" cy="17145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172554"/>
                </a:solidFill>
              </a:rPr>
              <a:t>页面属性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-properties-5"/>
          <p:cNvSpPr/>
          <p:nvPr/>
        </p:nvSpPr>
        <p:spPr>
          <a:xfrm>
            <a:off x="3714750" y="2381250"/>
            <a:ext cx="4762500" cy="17145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172554"/>
                </a:solidFill>
              </a:rPr>
              <a:t>页面属性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bg xmlns:fixture="urn:web-ppt:slide-properties" fixture:slot="theme-ref">
      <p:bgRef idx="1">
        <a:schemeClr val="accent3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-properties-6"/>
          <p:cNvSpPr/>
          <p:nvPr/>
        </p:nvSpPr>
        <p:spPr>
          <a:xfrm>
            <a:off x="3714750" y="2381250"/>
            <a:ext cx="4762500" cy="1714500"/>
          </a:xfrm>
          <a:prstGeom prst="rect">
            <a:avLst/>
          </a:prstGeom>
          <a:solidFill>
            <a:srgbClr val="FFFFFF">
              <a:alpha val="85000"/>
            </a:srgbClr>
          </a:solidFill>
        </p:spPr>
        <p:txBody>
          <a:bodyPr anchor="ctr"/>
          <a:lstStyle/>
          <a:p>
            <a:pPr algn="ctr"/>
            <a:r>
              <a:rPr sz="3600">
                <a:solidFill>
                  <a:srgbClr val="172554"/>
                </a:solidFill>
              </a:rPr>
              <a:t>页面属性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Slide Properties">
  <a:themeElements>
    <a:clrScheme name="Editor Slide Propertie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Slide Propertie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Slide Properti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