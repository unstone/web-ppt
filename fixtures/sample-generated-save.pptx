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正文"/>
          <p:cNvSpPr/>
          <p:nvPr>
            <p:ph type="body" idx="1"/>
          </p:nvPr>
        </p:nvSpPr>
        <p:spPr/>
        <p:txBody>
          <a:bodyPr/>
          <a:lstStyle/>
          <a:p>
            <a:r>
              <a:rPr sz="1400"/>
              <a:t>生成备注第一行</a:t>
            </a:r>
          </a:p>
          <a:p>
            <a:r>
              <a:rPr sz="1400" b="1"/>
              <a:t>生成备注第二行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generated.png"/><Relationship Id="rId3" Type="http://schemas.openxmlformats.org/officeDocument/2006/relationships/notesSlide" Target="../notesSlides/notesSlide1.xml"/><Relationship Id="rId4" Type="http://schemas.openxmlformats.org/officeDocument/2006/relationships/hyperlink" Target="https://example.com/generated" TargetMode="External"/><Relationship Id="rId5" Type="http://schemas.openxmlformats.org/officeDocument/2006/relationships/audio" Target="../media/generated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12000"/>
          </a:blip>
          <a:tile sx="180000" sy="180000" flip="none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生成形状">
            <a:hlinkClick r:id="rId4"/>
          </p:cNvPr>
          <p:cNvSpPr/>
          <p:nvPr/>
        </p:nvSpPr>
        <p:spPr>
          <a:xfrm>
            <a:off x="914400" y="838200"/>
            <a:ext cx="4095750" cy="1790700"/>
          </a:xfrm>
          <a:prstGeom prst="roundRect">
            <a:avLst>
              <a:gd name="adj" fmla="val 24000"/>
            </a:avLst>
          </a:prstGeom>
          <a:solidFill>
            <a:srgbClr val="4472C4"/>
          </a:solidFill>
          <a:ln w="19050">
            <a:solidFill>
              <a:srgbClr val="203864"/>
            </a:solidFill>
            <a:prstDash val="dash"/>
            <a:round/>
          </a:ln>
        </p:spPr>
        <p:txBody>
          <a:bodyPr anchor="ctr" lIns="91440" rIns="91440"/>
          <a:lstStyle/>
          <a:p>
            <a:pPr algn="ctr"/>
            <a:r>
              <a:rPr sz="1800">
                <a:hlinkClick r:id="rId4"/>
                <a:solidFill>
                  <a:srgbClr val="FFFFFF"/>
                </a:solidFill>
              </a:rPr>
              <a:t>生成保存 · 中英 Mixed</a:t>
            </a:r>
          </a:p>
        </p:txBody>
      </p:sp>
      <p:pic>
        <p:nvPicPr>
          <p:cNvPr id="201" name="生成图片"/>
          <p:cNvPicPr/>
          <p:nvPr/>
        </p:nvPicPr>
        <p:blipFill>
          <a:blip r:embed="rId2"/>
          <a:srcRect l="4000" t="8000" r="12000" b="16000"/>
          <a:stretch>
            <a:fillRect/>
          </a:stretch>
        </p:blipFill>
        <p:spPr>
          <a:xfrm rot="600000">
            <a:off x="5905500" y="876300"/>
            <a:ext cx="2952750" cy="1676400"/>
          </a:xfrm>
          <a:prstGeom prst="rect">
            <a:avLst/>
          </a:prstGeom>
        </p:spPr>
      </p:pic>
      <p:sp>
        <p:nvSpPr>
          <p:cNvPr id="102" name="生成图片填充"/>
          <p:cNvSpPr/>
          <p:nvPr/>
        </p:nvSpPr>
        <p:spPr>
          <a:xfrm>
            <a:off x="9334500" y="876300"/>
            <a:ext cx="2095500" cy="1676400"/>
          </a:xfrm>
          <a:prstGeom prst="ellipse">
            <a:avLst/>
          </a:prstGeom>
          <a:blipFill>
            <a:blip r:embed="rId2">
              <a:alphaModFix amt="85000"/>
            </a:blip>
            <a:srcRect l="5000"/>
            <a:stretch>
              <a:fillRect/>
            </a:stretch>
          </a:blipFill>
        </p:spPr>
        <p:txBody>
          <a:bodyPr anchor="ctr"/>
          <a:lstStyle/>
          <a:p>
            <a:endParaRPr/>
          </a:p>
        </p:txBody>
      </p:sp>
      <p:graphicFrame>
        <p:nvGraphicFramePr>
          <p:cNvPr id="202" name="生成表格"/>
          <p:cNvGraphicFramePr/>
          <p:nvPr/>
        </p:nvGraphicFramePr>
        <p:xfrm>
          <a:off x="914400" y="3333750"/>
          <a:ext cx="7943850" cy="2095500"/>
        </p:xfrm>
        <a:graphic>
          <a:graphicData uri="http://schemas.openxmlformats.org/drawingml/2006/table">
            <a:tbl>
              <a:tblPr firstRow="1" bandRow="1"/>
              <a:tblGrid>
                <a:gridCol w="3971925"/>
                <a:gridCol w="3971925"/>
              </a:tblGrid>
              <a:tr h="104775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</a:rPr>
                        <a:t>表头 A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</a:rPr>
                        <a:t>表头 B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</a:rPr>
                        <a:t>内容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2937"/>
                          </a:solidFill>
                        </a:rPr>
                        <a:t>内容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3" name="生成自由形状"/>
          <p:cNvSpPr/>
          <p:nvPr/>
        </p:nvSpPr>
        <p:spPr>
          <a:xfrm>
            <a:off x="9334500" y="3143250"/>
            <a:ext cx="2095500" cy="2095500"/>
          </a:xfrm>
          <a:custGeom>
            <a:avLst/>
            <a:gdLst/>
            <a:ahLst/>
            <a:cxnLst/>
            <a:rect l="0" t="0" r="r" b="b"/>
            <a:pathLst>
              <a:path w="2095500" h="2095500">
                <a:moveTo>
                  <a:pt x="0" y="1047750"/>
                </a:moveTo>
                <a:lnTo>
                  <a:pt x="1047750" y="0"/>
                </a:lnTo>
                <a:quadBezTo>
                  <a:pt x="1714500" y="190500"/>
                  <a:pt x="2095500" y="1047750"/>
                </a:quadBezTo>
                <a:arcTo wR="1047750" hR="1047750" stAng="0" swAng="10800000"/>
                <a:close/>
              </a:path>
            </a:pathLst>
          </a:custGeom>
          <a:solidFill>
            <a:srgbClr val="F97316"/>
          </a:solidFill>
          <a:ln w="12700">
            <a:solidFill>
              <a:srgbClr val="7C2D12"/>
            </a:solidFill>
          </a:ln>
        </p:spPr>
      </p:sp>
      <p:pic>
        <p:nvPicPr>
          <p:cNvPr id="204" name="生成音频"/>
          <p:cNvPicPr/>
          <p:nvPr>
            <a:audioFile r:link="rId5"/>
          </p:nvPr>
        </p:nvPicPr>
        <p:blipFill>
          <a:blip r:embed="rId2"/>
          <a:stretch>
            <a:fillRect/>
          </a:stretch>
        </p:blipFill>
        <p:spPr>
          <a:xfrm>
            <a:off x="9334500" y="5619750"/>
            <a:ext cx="20955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nerated Save">
  <a:themeElements>
    <a:clrScheme name="Generated Sav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Generated Sav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enerated Sav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