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Sheet1!A2:A2</c:f>
              <c:numCache>
                <c:formatCode>General</c:formatCode>
                <c:ptCount val="0"/>
              </c:numCache>
            </c:numRef>
          </c:xVal>
          <c:yVal>
            <c:numRef>
              <c:f>Sheet1!B2:B2</c:f>
              <c:numCache>
                <c:formatCode>General</c:formatCode>
                <c:ptCount val="0"/>
              </c:numCache>
            </c:numRef>
          </c:yVal>
          <c:bubbleSize>
            <c:numRef>
              <c:f>Sheet1!C2:C2</c:f>
              <c:numCache>
                <c:formatCode>General</c:formatCode>
                <c:ptCount val="0"/>
              </c:numCache>
            </c:numRef>
          </c:bubbleSize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Sheet1!D2:D2</c:f>
              <c:numCache>
                <c:formatCode>General</c:formatCode>
                <c:ptCount val="0"/>
              </c:numCache>
            </c:numRef>
          </c:xVal>
          <c:yVal>
            <c:numRef>
              <c:f>Sheet1!E2:E2</c:f>
              <c:numCache>
                <c:formatCode>General</c:formatCode>
                <c:ptCount val="0"/>
              </c:numCache>
            </c:numRef>
          </c:yVal>
          <c:bubbleSize>
            <c:numRef>
              <c:f>Sheet1!F2:F2</c:f>
              <c:numCache>
                <c:formatCode>General</c:formatCode>
                <c:ptCount val="0"/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Sheet1!A2:A2</c:f>
              <c:numCache>
                <c:formatCode>General</c:formatCode>
                <c:ptCount val="0"/>
              </c:numCache>
            </c:numRef>
          </c:xVal>
          <c:yVal>
            <c:numRef>
              <c:f>Sheet1!B2:B2</c:f>
              <c:numCache>
                <c:formatCode>General</c:formatCode>
                <c:ptCount val="0"/>
              </c:numCache>
            </c:numRef>
          </c:yVal>
          <c:bubbleSize>
            <c:numRef>
              <c:f>Sheet1!C2:C2</c:f>
              <c:numCache>
                <c:formatCode>General</c:formatCode>
                <c:ptCount val="0"/>
              </c:numCache>
            </c:numRef>
          </c:bubbleSize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Sheet1!D2:D2</c:f>
              <c:numCache>
                <c:formatCode>General</c:formatCode>
                <c:ptCount val="0"/>
              </c:numCache>
            </c:numRef>
          </c:xVal>
          <c:yVal>
            <c:numRef>
              <c:f>Sheet1!E2:E2</c:f>
              <c:numCache>
                <c:formatCode>General</c:formatCode>
                <c:ptCount val="0"/>
              </c:numCache>
            </c:numRef>
          </c:yVal>
          <c:bubbleSize>
            <c:numRef>
              <c:f>Sheet1!F2:F2</c:f>
              <c:numCache>
                <c:formatCode>General</c:formatCode>
                <c:ptCount val="0"/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