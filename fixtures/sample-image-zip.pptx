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3048000" cy="1714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xport-exit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E53935"/>
          </a:solidFill>
        </p:spPr>
        <p:txBody>
          <a:bodyPr/>
          <a:lstStyle/>
          <a:p>
            <a:endParaRPr/>
          </a:p>
        </p:txBody>
      </p:sp>
      <p:sp>
        <p:nvSpPr>
          <p:cNvPr id="102" name="export-keeper"/>
          <p:cNvSpPr/>
          <p:nvPr/>
        </p:nvSpPr>
        <p:spPr>
          <a:xfrm>
            <a:off x="0" y="0"/>
            <a:ext cx="19050" cy="19050"/>
          </a:xfrm>
          <a:prstGeom prst="rect">
            <a:avLst/>
          </a:prstGeom>
          <a:solidFill>
            <a:srgbClr val="43A047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nodeType="tmRoot">
          <p:childTnLst>
            <p:seq>
              <p:cTn id="2" dur="indefinite" nodeType="mainSeq">
                <p:childTnLst>
                  <p:par>
                    <p:cTn id="3" presetID="10" presetClass="exit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export-hidden"/>
          <p:cNvSpPr/>
          <p:nvPr/>
        </p:nvSpPr>
        <p:spPr>
          <a:xfrm>
            <a:off x="95250" y="95250"/>
            <a:ext cx="2857500" cy="1524000"/>
          </a:xfrm>
          <a:prstGeom prst="rect">
            <a:avLst/>
          </a:prstGeom>
          <a:solidFill>
            <a:srgbClr val="ED7D31"/>
          </a:solidFill>
        </p:spPr>
        <p:txBody>
          <a:bodyPr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隐藏页仍保留原始页码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export-visible"/>
          <p:cNvSpPr/>
          <p:nvPr/>
        </p:nvSpPr>
        <p:spPr>
          <a:xfrm>
            <a:off x="95250" y="95250"/>
            <a:ext cx="2857500" cy="1524000"/>
          </a:xfrm>
          <a:prstGeom prst="rect">
            <a:avLst/>
          </a:prstGeom>
          <a:solidFill>
            <a:srgbClr val="2E75B6"/>
          </a:solidFill>
        </p:spPr>
        <p:txBody>
          <a:bodyPr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slide-003.png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 Zip">
  <a:themeElements>
    <a:clrScheme name="Image Zip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Image Zip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Image Zi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