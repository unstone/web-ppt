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yVal>
          <c:bubbleSize>
            <c:numRef>
              <c:f>Sheet1!B3:E3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Sheet1!B4:E4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Sheet1!B6:E6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yVal>
          <c:bubbleSize>
            <c:numRef>
              <c:f>Sheet1!B3:E3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Sheet1!B4:E4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Sheet1!B6:E6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