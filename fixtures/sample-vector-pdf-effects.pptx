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6096000" cy="3429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alpha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alpha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p"/>
          <p:cNvSpPr/>
          <p:nvPr/>
        </p:nvSpPr>
        <p:spPr>
          <a:xfrm>
            <a:off x="381000" y="381000"/>
            <a:ext cx="1524000" cy="952500"/>
          </a:xfrm>
          <a:prstGeom prst="rect">
            <a:avLst/>
          </a:prstGeom>
          <a:solidFill>
            <a:srgbClr val="E53935"/>
          </a:solidFill>
          <a:effectLst>
            <a:outerShdw blurRad="114300" dist="152400" dir="2700000">
              <a:srgbClr val="000000">
                <a:alpha val="60000"/>
              </a:srgbClr>
            </a:outerShdw>
          </a:effectLst>
        </p:spPr>
        <p:txBody>
          <a:bodyPr anchor="ctr"/>
          <a:lstStyle/>
          <a:p>
            <a:endParaRPr/>
          </a:p>
        </p:txBody>
      </p:sp>
      <p:sp>
        <p:nvSpPr>
          <p:cNvPr id="118" name="sp"/>
          <p:cNvSpPr/>
          <p:nvPr/>
        </p:nvSpPr>
        <p:spPr>
          <a:xfrm>
            <a:off x="2667000" y="381000"/>
            <a:ext cx="952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旋转缩放组"/>
          <p:cNvGrpSpPr/>
          <p:nvPr/>
        </p:nvGrpSpPr>
        <p:grpSpPr>
          <a:xfrm rot="1800000">
            <a:off x="1905000" y="476250"/>
            <a:ext cx="2857500" cy="2286000"/>
            <a:chOff x="0" y="0"/>
            <a:chExt cx="2381250" cy="1905000"/>
          </a:xfrm>
        </p:grpSpPr>
        <p:sp>
          <p:nvSpPr>
            <p:cNvPr id="114" name="sp"/>
            <p:cNvSpPr/>
            <p:nvPr/>
          </p:nvSpPr>
          <p:spPr>
            <a:xfrm>
              <a:off x="381000" y="381000"/>
              <a:ext cx="1524000" cy="952500"/>
            </a:xfrm>
            <a:prstGeom prst="rect">
              <a:avLst/>
            </a:prstGeom>
            <a:solidFill>
              <a:srgbClr val="E53935"/>
            </a:solidFill>
            <a:effectLst>
              <a:outerShdw blurRad="114300" dist="152400" dir="2700000">
                <a:srgbClr val="000000">
                  <a:alpha val="60000"/>
                </a:srgbClr>
              </a:outerShdw>
            </a:effectLst>
          </p:spPr>
          <p:txBody>
            <a:bodyPr anchor="ctr"/>
            <a:lstStyle/>
            <a:p>
              <a:r>
                <a:rPr sz="2400">
                  <a:latin typeface="WebPPT Glyph Latin"/>
                  <a:ea typeface="WebPPT Glyph Chinese"/>
                </a:rPr>
                <a:t>AV office</a:t>
              </a:r>
            </a:p>
          </p:txBody>
        </p:sp>
      </p:grpSp>
      <p:sp>
        <p:nvSpPr>
          <p:cNvPr id="119" name="sp"/>
          <p:cNvSpPr/>
          <p:nvPr/>
        </p:nvSpPr>
        <p:spPr>
          <a:xfrm>
            <a:off x="381000" y="381000"/>
            <a:ext cx="952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裁剪透明图片"/>
          <p:cNvPicPr/>
          <p:nvPr/>
        </p:nvPicPr>
        <p:blipFill>
          <a:blip r:embed="rIdImage"/>
          <a:srcRect l="25000" r="25000" t="12500" b="12500"/>
          <a:stretch>
            <a:fillRect/>
          </a:stretch>
        </p:blipFill>
        <p:spPr>
          <a:xfrm>
            <a:off x="381000" y="381000"/>
            <a:ext cx="1524000" cy="1524000"/>
          </a:xfrm>
          <a:prstGeom prst="ellipse">
            <a:avLst/>
          </a:prstGeom>
          <a:ln>
            <a:noFill/>
          </a:ln>
          <a:effectLst>
            <a:outerShdw blurRad="114300" dist="152400" dir="2700000">
              <a:srgbClr val="000000">
                <a:alpha val="60000"/>
              </a:srgbClr>
            </a:outerShdw>
          </a:effectLst>
        </p:spPr>
      </p:pic>
      <p:sp>
        <p:nvSpPr>
          <p:cNvPr id="120" name="sp"/>
          <p:cNvSpPr/>
          <p:nvPr/>
        </p:nvSpPr>
        <p:spPr>
          <a:xfrm>
            <a:off x="2667000" y="381000"/>
            <a:ext cx="952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裁剪透明图片"/>
          <p:cNvPicPr/>
          <p:nvPr/>
        </p:nvPicPr>
        <p:blipFill>
          <a:blip r:embed="rIdImage">
            <a:grayscl/>
          </a:blip>
          <a:srcRect l="25000" r="25000" t="12500" b="12500"/>
          <a:stretch>
            <a:fillRect/>
          </a:stretch>
        </p:blipFill>
        <p:spPr>
          <a:xfrm>
            <a:off x="381000" y="381000"/>
            <a:ext cx="1524000" cy="1524000"/>
          </a:xfrm>
          <a:prstGeom prst="ellipse">
            <a:avLst/>
          </a:prstGeom>
          <a:ln>
            <a:noFill/>
          </a:ln>
        </p:spPr>
      </p:pic>
      <p:sp>
        <p:nvSpPr>
          <p:cNvPr id="121" name="sp"/>
          <p:cNvSpPr/>
          <p:nvPr/>
        </p:nvSpPr>
        <p:spPr>
          <a:xfrm>
            <a:off x="2667000" y="381000"/>
            <a:ext cx="952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orPdfEffects">
  <a:themeElements>
    <a:clrScheme name="VectorPdfEffect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VectorPdfEffect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ectorPdf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