
<file path=[Content_Types].xml><?xml version="1.0" encoding="utf-8"?>
<Types xmlns="http://schemas.openxmlformats.org/package/2006/content-types">
  <Default Extension="rels" ContentType="application/vnd.openxmlformats-package.relationships+xml"/>
  <Default Extension="png" ContentType="image/png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</p:sldIdLst>
  <p:sldSz cx="10477500" cy="5905500"/>
  <p:notesSz cx="6858000" cy="9144000"/>
</p:presentation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theme" Target="theme/theme1.xml"/></Relationships>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defRPr sz="3200" b="1">
          <a:solidFill>
            <a:schemeClr val="tx2"/>
          </a:solidFill>
        </a:defRPr>
      </a:lvl1pPr>
    </p:titleStyle>
    <p:bodyStyle>
      <a:lvl1pPr>
        <a:buNone/>
        <a:defRPr sz="1600">
          <a:solidFill>
            <a:schemeClr val="tx1"/>
          </a:solidFill>
        </a:defRPr>
      </a:lvl1pPr>
    </p:bodyStyle>
    <p:otherStyle>
      <a:lvl1pPr>
        <a:defRPr sz="1400"/>
      </a:lvl1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/Relationships>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delete-shape"/>
          <p:cNvSpPr/>
          <p:nvPr/>
        </p:nvSpPr>
        <p:spPr>
          <a:xfrm>
            <a:off x="666750" y="666750"/>
            <a:ext cx="1619250" cy="857250"/>
          </a:xfrm>
          <a:prstGeom prst="rect">
            <a:avLst/>
          </a:prstGeom>
          <a:solidFill>
            <a:schemeClr val="accent1"/>
          </a:solidFill>
        </p:spPr>
        <p:txBody>
          <a:bodyPr anchor="ctr"/>
          <a:lstStyle/>
          <a:p>
            <a:r>
              <a:t>ordinary</a:t>
            </a:r>
          </a:p>
        </p:txBody>
      </p:sp>
      <p:grpSp>
        <p:nvGrpSpPr>
          <p:cNvPr id="401" name="delete-group"/>
          <p:cNvGrpSpPr/>
          <p:nvPr/>
        </p:nvGrpSpPr>
        <p:grpSpPr>
          <a:xfrm>
            <a:off x="2667000" y="571500"/>
            <a:ext cx="2857500" cy="1619250"/>
            <a:chOff x="0" y="0"/>
            <a:chExt cx="2857500" cy="1619250"/>
          </a:xfrm>
        </p:grpSpPr>
        <p:sp>
          <p:nvSpPr>
            <p:cNvPr id="102" name="delete-group-child-a"/>
            <p:cNvSpPr/>
            <p:nvPr/>
          </p:nvSpPr>
          <p:spPr>
            <a:xfrm>
              <a:off x="190500" y="190500"/>
              <a:ext cx="1047750" cy="571500"/>
            </a:xfrm>
            <a:prstGeom prst="rect">
              <a:avLst/>
            </a:prstGeom>
            <a:solidFill>
              <a:schemeClr val="accent2"/>
            </a:solidFill>
          </p:spPr>
          <p:txBody>
            <a:bodyPr anchor="ctr"/>
            <a:lstStyle/>
            <a:p>
              <a:endParaRPr/>
            </a:p>
          </p:txBody>
        </p:sp>
        <p:sp>
          <p:nvSpPr>
            <p:cNvPr id="103" name="delete-group-child-b"/>
            <p:cNvSpPr/>
            <p:nvPr/>
          </p:nvSpPr>
          <p:spPr>
            <a:xfrm>
              <a:off x="1524000" y="762000"/>
              <a:ext cx="1047750" cy="571500"/>
            </a:xfrm>
            <a:prstGeom prst="rect">
              <a:avLst/>
            </a:prstGeom>
            <a:solidFill>
              <a:schemeClr val="accent3"/>
            </a:solidFill>
          </p:spPr>
          <p:txBody>
            <a:bodyPr anchor="ctr"/>
            <a:lstStyle/>
            <a:p>
              <a:endParaRPr/>
            </a:p>
          </p:txBody>
        </p:sp>
      </p:grpSp>
      <p:pic>
        <p:nvPicPr>
          <p:cNvPr id="402" name="delete-picture"/>
          <p:cNvPicPr/>
          <p:nvPr/>
        </p:nvPicPr>
        <p:blipFill>
          <a:blip r:embed="rId2"/>
          <a:stretch>
            <a:fillRect/>
          </a:stretch>
        </p:blipFill>
        <p:spPr>
          <a:xfrm>
            <a:off x="5905500" y="571500"/>
            <a:ext cx="1619250" cy="1143000"/>
          </a:xfrm>
          <a:prstGeom prst="rect">
            <a:avLst/>
          </a:prstGeom>
        </p:spPr>
      </p:pic>
      <p:graphicFrame>
        <p:nvGraphicFramePr>
          <p:cNvPr id="403" name="delete-frame"/>
          <p:cNvGraphicFramePr/>
          <p:nvPr/>
        </p:nvGraphicFramePr>
        <p:xfrm>
          <a:off x="7905750" y="571500"/>
          <a:ext cx="1809750" cy="1143000"/>
        </p:xfrm>
        <a:graphic>
          <a:graphicData uri="urn:web-ppt:delete">
            <x:item xmlns:x="urn:web-ppt:delete"/>
          </a:graphicData>
        </a:graphic>
      </p:graphicFrame>
      <p:sp>
        <p:nvSpPr>
          <p:cNvPr id="404" name="delete-placeholder-filled"/>
          <p:cNvSpPr/>
          <p:nvPr>
            <p:ph type="body" idx="404"/>
          </p:nvPr>
        </p:nvSpPr>
        <p:spPr>
          <a:xfrm>
            <a:off x="762000" y="2667000"/>
            <a:ext cx="4191000" cy="952500"/>
          </a:xfrm>
          <a:prstGeom prst="roundRect">
            <a:avLst/>
          </a:prstGeom>
          <a:noFill/>
        </p:spPr>
        <p:txBody>
          <a:bodyPr/>
          <a:lstStyle/>
          <a:p>
            <a:r>
              <a:rPr b="1"/>
              <a:t>保留格式后清空</a:t>
            </a:r>
          </a:p>
        </p:txBody>
      </p:sp>
      <p:sp>
        <p:nvSpPr>
          <p:cNvPr id="405" name="delete-placeholder-empty"/>
          <p:cNvSpPr/>
          <p:nvPr>
            <p:ph type="body" idx="405"/>
          </p:nvPr>
        </p:nvSpPr>
        <p:spPr>
          <a:xfrm>
            <a:off x="762000" y="4000500"/>
            <a:ext cx="4191000" cy="952500"/>
          </a:xfrm>
          <a:prstGeom prst="roundRect">
            <a:avLst/>
          </a:prstGeom>
          <a:noFill/>
        </p:spPr>
        <p:txBody>
          <a:bodyPr/>
          <a:lstStyle/>
          <a:p>
            <a:endParaRPr lang="zh-CN"/>
          </a:p>
        </p:txBody>
      </p:sp>
      <p:sp>
        <p:nvSpPr>
          <p:cNvPr id="104" name="delete-peer"/>
          <p:cNvSpPr/>
          <p:nvPr/>
        </p:nvSpPr>
        <p:spPr>
          <a:xfrm>
            <a:off x="5619750" y="2667000"/>
            <a:ext cx="1905000" cy="857250"/>
          </a:xfrm>
          <a:prstGeom prst="rect">
            <a:avLst/>
          </a:prstGeom>
          <a:solidFill>
            <a:schemeClr val="accent4"/>
          </a:solidFill>
        </p:spPr>
        <p:txBody>
          <a:bodyPr anchor="ctr"/>
          <a:lstStyle/>
          <a:p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delete-second-page"/>
          <p:cNvSpPr/>
          <p:nvPr/>
        </p:nvSpPr>
        <p:spPr>
          <a:xfrm>
            <a:off x="952500" y="952500"/>
            <a:ext cx="2095500" cy="952500"/>
          </a:xfrm>
          <a:prstGeom prst="rect">
            <a:avLst/>
          </a:prstGeom>
          <a:solidFill>
            <a:schemeClr val="accent5"/>
          </a:solidFill>
        </p:spPr>
        <p:txBody>
          <a:bodyPr anchor="ctr"/>
          <a:lstStyle/>
          <a:p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Editor Delete">
  <a:themeElements>
    <a:clrScheme name="Editor Delete">
      <a:dk1>
        <a:sysClr val="windowText" lastClr="1A1A1A"/>
      </a:dk1>
      <a:lt1>
        <a:sysClr val="window" lastClr="FFFFFF"/>
      </a:lt1>
      <a:dk2>
        <a:srgbClr val="1F3864"/>
      </a:dk2>
      <a:lt2>
        <a:srgbClr val="F2F2F2"/>
      </a:lt2>
      <a:accent1>
        <a:srgbClr val="2E75B6"/>
      </a:accent1>
      <a:accent2>
        <a:srgbClr val="A6A6A6"/>
      </a:accent2>
      <a:accent3>
        <a:srgbClr val="70AD47"/>
      </a:accent3>
      <a:accent4>
        <a:srgbClr val="FFC000"/>
      </a:accent4>
      <a:accent5>
        <a:srgbClr val="ED7D31"/>
      </a:accent5>
      <a:accent6>
        <a:srgbClr val="7030A0"/>
      </a:accent6>
      <a:hlink>
        <a:srgbClr val="0563C1"/>
      </a:hlink>
      <a:folHlink>
        <a:srgbClr val="954F72"/>
      </a:folHlink>
    </a:clrScheme>
    <a:fontScheme name="Editor Delete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 name="Editor Delet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>
          <a:solidFill>
            <a:schemeClr val="phClr"/>
          </a:solidFill>
        </a:ln>
        <a:ln w="12700">
          <a:solidFill>
            <a:schemeClr val="phClr"/>
          </a:solidFill>
        </a:ln>
        <a:ln w="19050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