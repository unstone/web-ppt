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701" r:id="rId2"/>
    <p:sldId id="702" r:id="rId3"/>
    <p:sldId id="703" r:id="rId4"/>
  </p:sldIdLst>
  <p:sldSz cx="12192000" cy="6858000"/>
  <p:notesSz cx="6858000" cy="9144000"/>
  <p:extLst>
    <p:ext uri="{WEB-PPT-COMMON-COMMANDS}">
      <p14:sectionLst xmlns:p14="http://schemas.microsoft.com/office/powerpoint/2010/main">
        <p14:section xmlns:fixture="urn:web-ppt:common" name="开场" id="{11111111-1111-1111-1111-111111111111}" fixture:keep="SECTION">
          <p14:sldIdLst>
            <p14:sldId id="701"/>
            <p14:sldId id="702"/>
          </p14:sldIdLst>
        </p14:section>
        <p14:section name="结尾" id="{22222222-2222-2222-2222-222222222222}">
          <p14:sldIdLst>
            <p14:sldId id="703"/>
          </p14:sldIdLst>
        </p14:section>
      </p14:sectionLst>
      <fixture:tail xmlns:fixture="urn:web-ppt:common" keep="yes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ommon-left"/>
          <p:cNvSpPr/>
          <p:nvPr/>
        </p:nvSpPr>
        <p:spPr>
          <a:xfrm>
            <a:off x="762000" y="762000"/>
            <a:ext cx="1143000" cy="8572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common-middle-a"/>
          <p:cNvSpPr/>
          <p:nvPr/>
        </p:nvSpPr>
        <p:spPr>
          <a:xfrm rot="900000">
            <a:off x="2571750" y="2190750"/>
            <a:ext cx="142875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03" name="common-middle-b"/>
          <p:cNvSpPr/>
          <p:nvPr/>
        </p:nvSpPr>
        <p:spPr>
          <a:xfrm>
            <a:off x="4905375" y="3905250"/>
            <a:ext cx="857250" cy="1238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04" name="common-right"/>
          <p:cNvSpPr/>
          <p:nvPr/>
        </p:nvSpPr>
        <p:spPr>
          <a:xfrm rot="-600000">
            <a:off x="7810500" y="5429250"/>
            <a:ext cx="1714500" cy="9525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xmlns:fixture="urn:web-ppt:common" id="105" name="common-alt" title="来源标题" descr="来源描述" fixture:keep="ALT"/>
          <p:cNvSpPr/>
          <p:nvPr/>
        </p:nvSpPr>
        <p:spPr>
          <a:xfrm>
            <a:off x="762000" y="3143250"/>
            <a:ext cx="3048000" cy="1143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mmon-page-2"/>
          <p:cNvSpPr/>
          <p:nvPr/>
        </p:nvSpPr>
        <p:spPr>
          <a:xfrm>
            <a:off x="1143000" y="1524000"/>
            <a:ext cx="9906000" cy="2476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ommon-page-3"/>
          <p:cNvSpPr/>
          <p:nvPr/>
        </p:nvSpPr>
        <p:spPr>
          <a:xfrm>
            <a:off x="1143000" y="1524000"/>
            <a:ext cx="9906000" cy="24765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on Commands">
  <a:themeElements>
    <a:clrScheme name="Common Command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ommon Command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ommon Command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